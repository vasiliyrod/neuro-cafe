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21"/>
  </p:notesMasterIdLst>
  <p:sldIdLst>
    <p:sldId id="256" r:id="rId2"/>
    <p:sldId id="258" r:id="rId3"/>
    <p:sldId id="307" r:id="rId4"/>
    <p:sldId id="264" r:id="rId5"/>
    <p:sldId id="273" r:id="rId6"/>
    <p:sldId id="270" r:id="rId7"/>
    <p:sldId id="311" r:id="rId8"/>
    <p:sldId id="257" r:id="rId9"/>
    <p:sldId id="275" r:id="rId10"/>
    <p:sldId id="318" r:id="rId11"/>
    <p:sldId id="319" r:id="rId12"/>
    <p:sldId id="274" r:id="rId13"/>
    <p:sldId id="312" r:id="rId14"/>
    <p:sldId id="265" r:id="rId15"/>
    <p:sldId id="315" r:id="rId16"/>
    <p:sldId id="313" r:id="rId17"/>
    <p:sldId id="314" r:id="rId18"/>
    <p:sldId id="320" r:id="rId19"/>
    <p:sldId id="285" r:id="rId20"/>
  </p:sldIdLst>
  <p:sldSz cx="9144000" cy="5143500" type="screen16x9"/>
  <p:notesSz cx="6858000" cy="9144000"/>
  <p:embeddedFontLst>
    <p:embeddedFont>
      <p:font typeface="SimSun-ExtG" panose="02010609060101010101" pitchFamily="49" charset="-122"/>
      <p:regular r:id="rId22"/>
    </p:embeddedFont>
    <p:embeddedFont>
      <p:font typeface="Ascon Complex" panose="00000500000000000000" pitchFamily="2" charset="0"/>
      <p:regular r:id="rId23"/>
    </p:embeddedFont>
    <p:embeddedFont>
      <p:font typeface="Lato" panose="020F0502020204030203" pitchFamily="34" charset="0"/>
      <p:regular r:id="rId24"/>
      <p:bold r:id="rId25"/>
      <p:italic r:id="rId26"/>
      <p:boldItalic r:id="rId27"/>
    </p:embeddedFont>
    <p:embeddedFont>
      <p:font typeface="Lato Light" panose="020F0502020204030203" pitchFamily="34" charset="0"/>
      <p:regular r:id="rId28"/>
      <p:italic r:id="rId29"/>
    </p:embeddedFont>
    <p:embeddedFont>
      <p:font typeface="Lucida Fax" panose="02060602050505020204" pitchFamily="18" charset="0"/>
      <p:regular r:id="rId30"/>
      <p:bold r:id="rId31"/>
      <p:italic r:id="rId32"/>
      <p:boldItalic r:id="rId33"/>
    </p:embeddedFont>
    <p:embeddedFont>
      <p:font typeface="Sora" panose="020B0604020202020204" charset="0"/>
      <p:regular r:id="rId34"/>
      <p:bold r:id="rId35"/>
    </p:embeddedFont>
    <p:embeddedFont>
      <p:font typeface="XO Thames" panose="02020603050405020304" pitchFamily="18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049" userDrawn="1">
          <p15:clr>
            <a:srgbClr val="747775"/>
          </p15:clr>
        </p15:guide>
        <p15:guide id="2" pos="3674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343D"/>
    <a:srgbClr val="45818E"/>
    <a:srgbClr val="192F33"/>
    <a:srgbClr val="FFFFFF"/>
    <a:srgbClr val="F2F2F2"/>
    <a:srgbClr val="F3F1EB"/>
    <a:srgbClr val="EBE3EA"/>
    <a:srgbClr val="F9F9F9"/>
    <a:srgbClr val="F3F7F8"/>
    <a:srgbClr val="EBE3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8E4B22-A9FD-449F-A21C-F2348B4C947E}" v="1" dt="2025-03-29T13:19:38.536"/>
  </p1510:revLst>
</p1510:revInfo>
</file>

<file path=ppt/tableStyles.xml><?xml version="1.0" encoding="utf-8"?>
<a:tblStyleLst xmlns:a="http://schemas.openxmlformats.org/drawingml/2006/main" def="{EBC4642D-6B6A-47C7-A3BA-18C49EFC1F01}">
  <a:tblStyle styleId="{EBC4642D-6B6A-47C7-A3BA-18C49EFC1F0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95" autoAdjust="0"/>
    <p:restoredTop sz="93595" autoAdjust="0"/>
  </p:normalViewPr>
  <p:slideViewPr>
    <p:cSldViewPr snapToGrid="0">
      <p:cViewPr varScale="1">
        <p:scale>
          <a:sx n="63" d="100"/>
          <a:sy n="63" d="100"/>
        </p:scale>
        <p:origin x="62" y="701"/>
      </p:cViewPr>
      <p:guideLst>
        <p:guide orient="horz" pos="3049"/>
        <p:guide pos="367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font" Target="fonts/font18.fntdata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font" Target="fonts/font16.fntdata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font" Target="fonts/font17.fntdata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арья Душейко" userId="f98364c72f2525ca" providerId="LiveId" clId="{128E4B22-A9FD-449F-A21C-F2348B4C947E}"/>
    <pc:docChg chg="undo custSel addSld modSld sldOrd">
      <pc:chgData name="Дарья Душейко" userId="f98364c72f2525ca" providerId="LiveId" clId="{128E4B22-A9FD-449F-A21C-F2348B4C947E}" dt="2025-03-29T13:21:46.242" v="129"/>
      <pc:docMkLst>
        <pc:docMk/>
      </pc:docMkLst>
      <pc:sldChg chg="addSp delSp modSp mod">
        <pc:chgData name="Дарья Душейко" userId="f98364c72f2525ca" providerId="LiveId" clId="{128E4B22-A9FD-449F-A21C-F2348B4C947E}" dt="2025-03-29T13:19:43.394" v="111" actId="1076"/>
        <pc:sldMkLst>
          <pc:docMk/>
          <pc:sldMk cId="1912212615" sldId="313"/>
        </pc:sldMkLst>
        <pc:picChg chg="add mod">
          <ac:chgData name="Дарья Душейко" userId="f98364c72f2525ca" providerId="LiveId" clId="{128E4B22-A9FD-449F-A21C-F2348B4C947E}" dt="2025-03-29T13:15:22.603" v="90" actId="1076"/>
          <ac:picMkLst>
            <pc:docMk/>
            <pc:sldMk cId="1912212615" sldId="313"/>
            <ac:picMk id="3" creationId="{894AB02C-D3F4-8651-A102-D6B80DDF2806}"/>
          </ac:picMkLst>
        </pc:picChg>
        <pc:picChg chg="add mod">
          <ac:chgData name="Дарья Душейко" userId="f98364c72f2525ca" providerId="LiveId" clId="{128E4B22-A9FD-449F-A21C-F2348B4C947E}" dt="2025-03-29T13:17:43.414" v="96" actId="1076"/>
          <ac:picMkLst>
            <pc:docMk/>
            <pc:sldMk cId="1912212615" sldId="313"/>
            <ac:picMk id="5" creationId="{B44C37A9-E614-108D-9C8E-2DB6E2170EEF}"/>
          </ac:picMkLst>
        </pc:picChg>
        <pc:picChg chg="del">
          <ac:chgData name="Дарья Душейко" userId="f98364c72f2525ca" providerId="LiveId" clId="{128E4B22-A9FD-449F-A21C-F2348B4C947E}" dt="2025-03-29T13:15:20.547" v="89" actId="478"/>
          <ac:picMkLst>
            <pc:docMk/>
            <pc:sldMk cId="1912212615" sldId="313"/>
            <ac:picMk id="12" creationId="{24B62236-830B-7DFF-9A2E-478F26A4A659}"/>
          </ac:picMkLst>
        </pc:picChg>
        <pc:picChg chg="del">
          <ac:chgData name="Дарья Душейко" userId="f98364c72f2525ca" providerId="LiveId" clId="{128E4B22-A9FD-449F-A21C-F2348B4C947E}" dt="2025-03-29T13:17:07.698" v="91" actId="478"/>
          <ac:picMkLst>
            <pc:docMk/>
            <pc:sldMk cId="1912212615" sldId="313"/>
            <ac:picMk id="14" creationId="{DC095E6F-9A00-60B4-3357-556A7A05218E}"/>
          </ac:picMkLst>
        </pc:picChg>
        <pc:cxnChg chg="add mod">
          <ac:chgData name="Дарья Душейко" userId="f98364c72f2525ca" providerId="LiveId" clId="{128E4B22-A9FD-449F-A21C-F2348B4C947E}" dt="2025-03-29T13:19:43.394" v="111" actId="1076"/>
          <ac:cxnSpMkLst>
            <pc:docMk/>
            <pc:sldMk cId="1912212615" sldId="313"/>
            <ac:cxnSpMk id="6" creationId="{95A0D1F9-AA9B-CFE7-14E1-B5CE6F0ADD60}"/>
          </ac:cxnSpMkLst>
        </pc:cxnChg>
      </pc:sldChg>
      <pc:sldChg chg="addSp delSp modSp mod">
        <pc:chgData name="Дарья Душейко" userId="f98364c72f2525ca" providerId="LiveId" clId="{128E4B22-A9FD-449F-A21C-F2348B4C947E}" dt="2025-03-29T13:19:27.706" v="109" actId="1076"/>
        <pc:sldMkLst>
          <pc:docMk/>
          <pc:sldMk cId="3563199269" sldId="314"/>
        </pc:sldMkLst>
        <pc:picChg chg="del">
          <ac:chgData name="Дарья Душейко" userId="f98364c72f2525ca" providerId="LiveId" clId="{128E4B22-A9FD-449F-A21C-F2348B4C947E}" dt="2025-03-29T13:11:42.625" v="51" actId="478"/>
          <ac:picMkLst>
            <pc:docMk/>
            <pc:sldMk cId="3563199269" sldId="314"/>
            <ac:picMk id="3" creationId="{A03B654F-D6B9-0412-6EB0-EAB1CFB058CF}"/>
          </ac:picMkLst>
        </pc:picChg>
        <pc:picChg chg="add del mod">
          <ac:chgData name="Дарья Душейко" userId="f98364c72f2525ca" providerId="LiveId" clId="{128E4B22-A9FD-449F-A21C-F2348B4C947E}" dt="2025-03-29T13:13:59.944" v="73" actId="478"/>
          <ac:picMkLst>
            <pc:docMk/>
            <pc:sldMk cId="3563199269" sldId="314"/>
            <ac:picMk id="4" creationId="{6C3036E0-9F9A-A311-D9AF-CFA20C8EE079}"/>
          </ac:picMkLst>
        </pc:picChg>
        <pc:picChg chg="del">
          <ac:chgData name="Дарья Душейко" userId="f98364c72f2525ca" providerId="LiveId" clId="{128E4B22-A9FD-449F-A21C-F2348B4C947E}" dt="2025-03-29T13:12:02.362" v="57" actId="478"/>
          <ac:picMkLst>
            <pc:docMk/>
            <pc:sldMk cId="3563199269" sldId="314"/>
            <ac:picMk id="5" creationId="{D0C263C6-5F03-A655-20A1-3A99865F203C}"/>
          </ac:picMkLst>
        </pc:picChg>
        <pc:picChg chg="add del mod">
          <ac:chgData name="Дарья Душейко" userId="f98364c72f2525ca" providerId="LiveId" clId="{128E4B22-A9FD-449F-A21C-F2348B4C947E}" dt="2025-03-29T13:14:12.860" v="78" actId="478"/>
          <ac:picMkLst>
            <pc:docMk/>
            <pc:sldMk cId="3563199269" sldId="314"/>
            <ac:picMk id="7" creationId="{C81826DB-F4AA-C498-6833-8BE56FDD02EA}"/>
          </ac:picMkLst>
        </pc:picChg>
        <pc:picChg chg="add mod">
          <ac:chgData name="Дарья Душейко" userId="f98364c72f2525ca" providerId="LiveId" clId="{128E4B22-A9FD-449F-A21C-F2348B4C947E}" dt="2025-03-29T13:19:27.706" v="109" actId="1076"/>
          <ac:picMkLst>
            <pc:docMk/>
            <pc:sldMk cId="3563199269" sldId="314"/>
            <ac:picMk id="9" creationId="{5B6826A5-21F9-BDEA-8533-29770E790DE7}"/>
          </ac:picMkLst>
        </pc:picChg>
        <pc:picChg chg="add del mod">
          <ac:chgData name="Дарья Душейко" userId="f98364c72f2525ca" providerId="LiveId" clId="{128E4B22-A9FD-449F-A21C-F2348B4C947E}" dt="2025-03-29T13:19:24.099" v="108" actId="478"/>
          <ac:picMkLst>
            <pc:docMk/>
            <pc:sldMk cId="3563199269" sldId="314"/>
            <ac:picMk id="11" creationId="{307719B2-0158-3D58-959B-1C001BAC70D6}"/>
          </ac:picMkLst>
        </pc:picChg>
      </pc:sldChg>
      <pc:sldChg chg="addSp delSp modSp mod ord modNotes">
        <pc:chgData name="Дарья Душейко" userId="f98364c72f2525ca" providerId="LiveId" clId="{128E4B22-A9FD-449F-A21C-F2348B4C947E}" dt="2025-03-29T13:21:46.242" v="129"/>
        <pc:sldMkLst>
          <pc:docMk/>
          <pc:sldMk cId="3869246518" sldId="315"/>
        </pc:sldMkLst>
        <pc:picChg chg="add del mod">
          <ac:chgData name="Дарья Душейко" userId="f98364c72f2525ca" providerId="LiveId" clId="{128E4B22-A9FD-449F-A21C-F2348B4C947E}" dt="2025-03-29T13:11:00.507" v="41" actId="478"/>
          <ac:picMkLst>
            <pc:docMk/>
            <pc:sldMk cId="3869246518" sldId="315"/>
            <ac:picMk id="3" creationId="{62103E69-F465-2804-8F5D-2A72D3E3EB80}"/>
          </ac:picMkLst>
        </pc:picChg>
        <pc:picChg chg="del mod">
          <ac:chgData name="Дарья Душейко" userId="f98364c72f2525ca" providerId="LiveId" clId="{128E4B22-A9FD-449F-A21C-F2348B4C947E}" dt="2025-03-29T13:07:37.215" v="1" actId="478"/>
          <ac:picMkLst>
            <pc:docMk/>
            <pc:sldMk cId="3869246518" sldId="315"/>
            <ac:picMk id="4" creationId="{D24D954C-26F5-4373-FCC6-E5CE7A0E081E}"/>
          </ac:picMkLst>
        </pc:picChg>
        <pc:picChg chg="add del mod modCrop">
          <ac:chgData name="Дарья Душейко" userId="f98364c72f2525ca" providerId="LiveId" clId="{128E4B22-A9FD-449F-A21C-F2348B4C947E}" dt="2025-03-29T13:11:11.138" v="45" actId="478"/>
          <ac:picMkLst>
            <pc:docMk/>
            <pc:sldMk cId="3869246518" sldId="315"/>
            <ac:picMk id="6" creationId="{B3E36CE9-6A99-FEB2-544C-5856EB8A8D8F}"/>
          </ac:picMkLst>
        </pc:picChg>
        <pc:picChg chg="add mod">
          <ac:chgData name="Дарья Душейко" userId="f98364c72f2525ca" providerId="LiveId" clId="{128E4B22-A9FD-449F-A21C-F2348B4C947E}" dt="2025-03-29T13:18:21.164" v="105" actId="14100"/>
          <ac:picMkLst>
            <pc:docMk/>
            <pc:sldMk cId="3869246518" sldId="315"/>
            <ac:picMk id="8" creationId="{43D666BF-5B1C-B166-C19F-AB0B030E0167}"/>
          </ac:picMkLst>
        </pc:picChg>
        <pc:picChg chg="add del mod">
          <ac:chgData name="Дарья Душейко" userId="f98364c72f2525ca" providerId="LiveId" clId="{128E4B22-A9FD-449F-A21C-F2348B4C947E}" dt="2025-03-29T13:17:55.095" v="97" actId="478"/>
          <ac:picMkLst>
            <pc:docMk/>
            <pc:sldMk cId="3869246518" sldId="315"/>
            <ac:picMk id="10" creationId="{4FD7A196-A403-73A1-F2B3-C58CAE5019C1}"/>
          </ac:picMkLst>
        </pc:picChg>
        <pc:picChg chg="add mod">
          <ac:chgData name="Дарья Душейко" userId="f98364c72f2525ca" providerId="LiveId" clId="{128E4B22-A9FD-449F-A21C-F2348B4C947E}" dt="2025-03-29T13:18:16.356" v="103" actId="1076"/>
          <ac:picMkLst>
            <pc:docMk/>
            <pc:sldMk cId="3869246518" sldId="315"/>
            <ac:picMk id="12" creationId="{B131DE21-102A-AD48-B8B0-F474844E0DD4}"/>
          </ac:picMkLst>
        </pc:picChg>
        <pc:cxnChg chg="add mod">
          <ac:chgData name="Дарья Душейко" userId="f98364c72f2525ca" providerId="LiveId" clId="{128E4B22-A9FD-449F-A21C-F2348B4C947E}" dt="2025-03-29T13:18:36.205" v="107" actId="13822"/>
          <ac:cxnSpMkLst>
            <pc:docMk/>
            <pc:sldMk cId="3869246518" sldId="315"/>
            <ac:cxnSpMk id="14" creationId="{4ECB1CC4-B4E4-C32A-E02E-ECBE0EDB0EF6}"/>
          </ac:cxnSpMkLst>
        </pc:cxnChg>
      </pc:sldChg>
      <pc:sldChg chg="addSp delSp modSp new mod">
        <pc:chgData name="Дарья Душейко" userId="f98364c72f2525ca" providerId="LiveId" clId="{128E4B22-A9FD-449F-A21C-F2348B4C947E}" dt="2025-03-29T13:20:54.666" v="127" actId="14100"/>
        <pc:sldMkLst>
          <pc:docMk/>
          <pc:sldMk cId="730908819" sldId="320"/>
        </pc:sldMkLst>
        <pc:picChg chg="add del mod">
          <ac:chgData name="Дарья Душейко" userId="f98364c72f2525ca" providerId="LiveId" clId="{128E4B22-A9FD-449F-A21C-F2348B4C947E}" dt="2025-03-29T13:20:22.863" v="117" actId="478"/>
          <ac:picMkLst>
            <pc:docMk/>
            <pc:sldMk cId="730908819" sldId="320"/>
            <ac:picMk id="3" creationId="{14978A36-D3F4-B6C6-3246-4628E6D8950A}"/>
          </ac:picMkLst>
        </pc:picChg>
        <pc:picChg chg="add mod">
          <ac:chgData name="Дарья Душейко" userId="f98364c72f2525ca" providerId="LiveId" clId="{128E4B22-A9FD-449F-A21C-F2348B4C947E}" dt="2025-03-29T13:20:54.666" v="127" actId="14100"/>
          <ac:picMkLst>
            <pc:docMk/>
            <pc:sldMk cId="730908819" sldId="320"/>
            <ac:picMk id="5" creationId="{FE432290-4AFB-5F6D-F28C-C0A409713395}"/>
          </ac:picMkLst>
        </pc:picChg>
        <pc:picChg chg="add mod">
          <ac:chgData name="Дарья Душейко" userId="f98364c72f2525ca" providerId="LiveId" clId="{128E4B22-A9FD-449F-A21C-F2348B4C947E}" dt="2025-03-29T13:20:52.246" v="126" actId="14100"/>
          <ac:picMkLst>
            <pc:docMk/>
            <pc:sldMk cId="730908819" sldId="320"/>
            <ac:picMk id="7" creationId="{155F25B5-9034-DB51-5D7A-B2E84AC6DCD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d1bf8d60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d1bf8d60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d1bf8d60a4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d1bf8d60a4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8">
          <a:extLst>
            <a:ext uri="{FF2B5EF4-FFF2-40B4-BE49-F238E27FC236}">
              <a16:creationId xmlns:a16="http://schemas.microsoft.com/office/drawing/2014/main" id="{146AD0CE-DCAC-A597-FF0E-D6CEA15E9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gd1bf8d60a4_0_254:notes">
            <a:extLst>
              <a:ext uri="{FF2B5EF4-FFF2-40B4-BE49-F238E27FC236}">
                <a16:creationId xmlns:a16="http://schemas.microsoft.com/office/drawing/2014/main" id="{8305FBDF-7FF8-22F5-0C82-B17508057F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0" name="Google Shape;1050;gd1bf8d60a4_0_254:notes">
            <a:extLst>
              <a:ext uri="{FF2B5EF4-FFF2-40B4-BE49-F238E27FC236}">
                <a16:creationId xmlns:a16="http://schemas.microsoft.com/office/drawing/2014/main" id="{B68E4D8E-5E44-6105-562B-5C798BDA68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24438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d1bf8d60a4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8" name="Google Shape;628;gd1bf8d60a4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d1bf8d60a4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1" name="Google Shape;921;gd1bf8d60a4_0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20f41e19245_0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3" name="Google Shape;823;g20f41e19245_0_2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>
          <a:extLst>
            <a:ext uri="{FF2B5EF4-FFF2-40B4-BE49-F238E27FC236}">
              <a16:creationId xmlns:a16="http://schemas.microsoft.com/office/drawing/2014/main" id="{9F9F4126-A168-18F0-8ECA-60EEA82EC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d1bf8d60a4_0_32:notes">
            <a:extLst>
              <a:ext uri="{FF2B5EF4-FFF2-40B4-BE49-F238E27FC236}">
                <a16:creationId xmlns:a16="http://schemas.microsoft.com/office/drawing/2014/main" id="{8EE2B4F0-09F6-A954-45C4-DA008D4D63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d1bf8d60a4_0_32:notes">
            <a:extLst>
              <a:ext uri="{FF2B5EF4-FFF2-40B4-BE49-F238E27FC236}">
                <a16:creationId xmlns:a16="http://schemas.microsoft.com/office/drawing/2014/main" id="{B7C7AA45-BB0B-18C0-5A79-7E31249799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47326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d1bf8d60a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d1bf8d60a4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d1bf8d60a4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2" name="Google Shape;942;gd1bf8d60a4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0">
          <a:extLst>
            <a:ext uri="{FF2B5EF4-FFF2-40B4-BE49-F238E27FC236}">
              <a16:creationId xmlns:a16="http://schemas.microsoft.com/office/drawing/2014/main" id="{30590D8D-3282-E344-6B7E-F26B8352B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d1bf8d60a4_0_185:notes">
            <a:extLst>
              <a:ext uri="{FF2B5EF4-FFF2-40B4-BE49-F238E27FC236}">
                <a16:creationId xmlns:a16="http://schemas.microsoft.com/office/drawing/2014/main" id="{8D35ADBB-9606-6CC5-56F2-4B2E1644DA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2" name="Google Shape;942;gd1bf8d60a4_0_185:notes">
            <a:extLst>
              <a:ext uri="{FF2B5EF4-FFF2-40B4-BE49-F238E27FC236}">
                <a16:creationId xmlns:a16="http://schemas.microsoft.com/office/drawing/2014/main" id="{246B50E8-5214-6E2A-EB46-615C2BAA13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038761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0">
          <a:extLst>
            <a:ext uri="{FF2B5EF4-FFF2-40B4-BE49-F238E27FC236}">
              <a16:creationId xmlns:a16="http://schemas.microsoft.com/office/drawing/2014/main" id="{8FB4FEEA-A747-489F-4EB0-12B96B65A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d1bf8d60a4_0_185:notes">
            <a:extLst>
              <a:ext uri="{FF2B5EF4-FFF2-40B4-BE49-F238E27FC236}">
                <a16:creationId xmlns:a16="http://schemas.microsoft.com/office/drawing/2014/main" id="{D2D7904E-DDC7-0D49-D9EE-0231A90A1B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2" name="Google Shape;942;gd1bf8d60a4_0_185:notes">
            <a:extLst>
              <a:ext uri="{FF2B5EF4-FFF2-40B4-BE49-F238E27FC236}">
                <a16:creationId xmlns:a16="http://schemas.microsoft.com/office/drawing/2014/main" id="{9F99C18C-C22B-3165-C185-8AFDB80766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26304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d1bf8d60a4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7" name="Google Shape;927;gd1bf8d60a4_0_1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4">
          <a:extLst>
            <a:ext uri="{FF2B5EF4-FFF2-40B4-BE49-F238E27FC236}">
              <a16:creationId xmlns:a16="http://schemas.microsoft.com/office/drawing/2014/main" id="{1E7CA4C5-C077-F50B-DF74-C0DC773B8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d1bf8d60a4_0_26:notes">
            <a:extLst>
              <a:ext uri="{FF2B5EF4-FFF2-40B4-BE49-F238E27FC236}">
                <a16:creationId xmlns:a16="http://schemas.microsoft.com/office/drawing/2014/main" id="{28151010-B0F4-C66F-8E94-F3EA79C924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6" name="Google Shape;806;gd1bf8d60a4_0_26:notes">
            <a:extLst>
              <a:ext uri="{FF2B5EF4-FFF2-40B4-BE49-F238E27FC236}">
                <a16:creationId xmlns:a16="http://schemas.microsoft.com/office/drawing/2014/main" id="{39E892B4-06D6-9CF5-4D34-385EA2D01C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09837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d1bf8d60a4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d1bf8d60a4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806732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560996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gd1bf8d60a4_0_2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8" name="Google Shape;1228;gd1bf8d60a4_0_2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157700" y="1061225"/>
            <a:ext cx="4260000" cy="175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157700" y="2997200"/>
            <a:ext cx="4260000" cy="3657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709225" y="2020450"/>
            <a:ext cx="10403925" cy="4250875"/>
            <a:chOff x="-709225" y="2020450"/>
            <a:chExt cx="10403925" cy="4250875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176175" y="2459300"/>
              <a:ext cx="418425" cy="3812025"/>
              <a:chOff x="176175" y="2459300"/>
              <a:chExt cx="418425" cy="3812025"/>
            </a:xfrm>
          </p:grpSpPr>
          <p:cxnSp>
            <p:nvCxnSpPr>
              <p:cNvPr id="13" name="Google Shape;13;p2"/>
              <p:cNvCxnSpPr/>
              <p:nvPr/>
            </p:nvCxnSpPr>
            <p:spPr>
              <a:xfrm rot="5400000" flipH="1">
                <a:off x="-1093800" y="3815900"/>
                <a:ext cx="3045000" cy="3318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4" name="Google Shape;14;p2"/>
              <p:cNvCxnSpPr/>
              <p:nvPr/>
            </p:nvCxnSpPr>
            <p:spPr>
              <a:xfrm rot="5400000" flipH="1">
                <a:off x="-1327875" y="4449875"/>
                <a:ext cx="3325500" cy="317400"/>
              </a:xfrm>
              <a:prstGeom prst="bentConnector3">
                <a:avLst>
                  <a:gd name="adj1" fmla="val 64575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5" name="Google Shape;15;p2"/>
            <p:cNvGrpSpPr/>
            <p:nvPr/>
          </p:nvGrpSpPr>
          <p:grpSpPr>
            <a:xfrm>
              <a:off x="-709225" y="4185350"/>
              <a:ext cx="7895400" cy="1976375"/>
              <a:chOff x="-709225" y="4185350"/>
              <a:chExt cx="7895400" cy="1976375"/>
            </a:xfrm>
          </p:grpSpPr>
          <p:cxnSp>
            <p:nvCxnSpPr>
              <p:cNvPr id="16" name="Google Shape;16;p2"/>
              <p:cNvCxnSpPr/>
              <p:nvPr/>
            </p:nvCxnSpPr>
            <p:spPr>
              <a:xfrm rot="10800000" flipH="1">
                <a:off x="-709225" y="4185350"/>
                <a:ext cx="7895400" cy="1147500"/>
              </a:xfrm>
              <a:prstGeom prst="bentConnector3">
                <a:avLst>
                  <a:gd name="adj1" fmla="val 71221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7" name="Google Shape;17;p2"/>
              <p:cNvCxnSpPr/>
              <p:nvPr/>
            </p:nvCxnSpPr>
            <p:spPr>
              <a:xfrm rot="10800000" flipH="1">
                <a:off x="2953025" y="4367125"/>
                <a:ext cx="3567000" cy="17946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8" name="Google Shape;18;p2"/>
            <p:cNvGrpSpPr/>
            <p:nvPr/>
          </p:nvGrpSpPr>
          <p:grpSpPr>
            <a:xfrm>
              <a:off x="8417700" y="2020450"/>
              <a:ext cx="1277000" cy="2568900"/>
              <a:chOff x="8417700" y="2020450"/>
              <a:chExt cx="1277000" cy="2568900"/>
            </a:xfrm>
          </p:grpSpPr>
          <p:cxnSp>
            <p:nvCxnSpPr>
              <p:cNvPr id="19" name="Google Shape;19;p2"/>
              <p:cNvCxnSpPr/>
              <p:nvPr/>
            </p:nvCxnSpPr>
            <p:spPr>
              <a:xfrm rot="5400000">
                <a:off x="7933150" y="2965750"/>
                <a:ext cx="2568900" cy="678300"/>
              </a:xfrm>
              <a:prstGeom prst="bentConnector3">
                <a:avLst>
                  <a:gd name="adj1" fmla="val 4494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0" name="Google Shape;20;p2"/>
              <p:cNvCxnSpPr/>
              <p:nvPr/>
            </p:nvCxnSpPr>
            <p:spPr>
              <a:xfrm>
                <a:off x="8417700" y="3180050"/>
                <a:ext cx="359700" cy="1051800"/>
              </a:xfrm>
              <a:prstGeom prst="bentConnector2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1" name="Google Shape;21;p2"/>
              <p:cNvCxnSpPr/>
              <p:nvPr/>
            </p:nvCxnSpPr>
            <p:spPr>
              <a:xfrm rot="5400000">
                <a:off x="8288750" y="2779400"/>
                <a:ext cx="2082300" cy="7296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grpSp>
        <p:nvGrpSpPr>
          <p:cNvPr id="22" name="Google Shape;22;p2"/>
          <p:cNvGrpSpPr/>
          <p:nvPr/>
        </p:nvGrpSpPr>
        <p:grpSpPr>
          <a:xfrm>
            <a:off x="84278" y="2240873"/>
            <a:ext cx="8837445" cy="2718104"/>
            <a:chOff x="84278" y="2240873"/>
            <a:chExt cx="8837445" cy="2718104"/>
          </a:xfrm>
        </p:grpSpPr>
        <p:sp>
          <p:nvSpPr>
            <p:cNvPr id="23" name="Google Shape;23;p2"/>
            <p:cNvSpPr/>
            <p:nvPr/>
          </p:nvSpPr>
          <p:spPr>
            <a:xfrm>
              <a:off x="84278" y="2240873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777403" y="4814673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3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lphaLcPeriod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romanLcPeriod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rabicPeriod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lphaLcPeriod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romanLcPeriod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rabicPeriod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lphaLcPeriod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romanLcPeriod"/>
              <a:defRPr/>
            </a:lvl9pPr>
          </a:lstStyle>
          <a:p>
            <a:endParaRPr/>
          </a:p>
        </p:txBody>
      </p:sp>
      <p:cxnSp>
        <p:nvCxnSpPr>
          <p:cNvPr id="36" name="Google Shape;36;p4"/>
          <p:cNvCxnSpPr/>
          <p:nvPr/>
        </p:nvCxnSpPr>
        <p:spPr>
          <a:xfrm rot="-5400000" flipH="1">
            <a:off x="-1741502" y="1903025"/>
            <a:ext cx="4581000" cy="342000"/>
          </a:xfrm>
          <a:prstGeom prst="bentConnector2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grpSp>
        <p:nvGrpSpPr>
          <p:cNvPr id="37" name="Google Shape;37;p4"/>
          <p:cNvGrpSpPr/>
          <p:nvPr/>
        </p:nvGrpSpPr>
        <p:grpSpPr>
          <a:xfrm>
            <a:off x="378000" y="4579925"/>
            <a:ext cx="7970450" cy="273800"/>
            <a:chOff x="378000" y="4579925"/>
            <a:chExt cx="7970450" cy="273800"/>
          </a:xfrm>
        </p:grpSpPr>
        <p:sp>
          <p:nvSpPr>
            <p:cNvPr id="38" name="Google Shape;38;p4"/>
            <p:cNvSpPr/>
            <p:nvPr/>
          </p:nvSpPr>
          <p:spPr>
            <a:xfrm>
              <a:off x="378000" y="4579925"/>
              <a:ext cx="183600" cy="183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9" name="Google Shape;39;p4"/>
            <p:cNvSpPr/>
            <p:nvPr/>
          </p:nvSpPr>
          <p:spPr>
            <a:xfrm>
              <a:off x="8164850" y="4670125"/>
              <a:ext cx="183600" cy="183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0" name="Google Shape;40;p4"/>
            <p:cNvSpPr/>
            <p:nvPr/>
          </p:nvSpPr>
          <p:spPr>
            <a:xfrm>
              <a:off x="6756550" y="4670125"/>
              <a:ext cx="183600" cy="183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9" name="Google Shape;59;p6"/>
          <p:cNvGrpSpPr/>
          <p:nvPr/>
        </p:nvGrpSpPr>
        <p:grpSpPr>
          <a:xfrm>
            <a:off x="8576588" y="4496315"/>
            <a:ext cx="422946" cy="368845"/>
            <a:chOff x="8576588" y="4496315"/>
            <a:chExt cx="422946" cy="368845"/>
          </a:xfrm>
        </p:grpSpPr>
        <p:sp>
          <p:nvSpPr>
            <p:cNvPr id="60" name="Google Shape;60;p6"/>
            <p:cNvSpPr/>
            <p:nvPr/>
          </p:nvSpPr>
          <p:spPr>
            <a:xfrm rot="-5400000">
              <a:off x="8576580" y="4720848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6"/>
            <p:cNvSpPr/>
            <p:nvPr/>
          </p:nvSpPr>
          <p:spPr>
            <a:xfrm rot="-5400000">
              <a:off x="8775019" y="4496328"/>
              <a:ext cx="224528" cy="224503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" name="Google Shape;62;p6"/>
          <p:cNvGrpSpPr/>
          <p:nvPr/>
        </p:nvGrpSpPr>
        <p:grpSpPr>
          <a:xfrm>
            <a:off x="67325" y="-592117"/>
            <a:ext cx="8932200" cy="5485500"/>
            <a:chOff x="67325" y="-592117"/>
            <a:chExt cx="8932200" cy="5485500"/>
          </a:xfrm>
        </p:grpSpPr>
        <p:cxnSp>
          <p:nvCxnSpPr>
            <p:cNvPr id="63" name="Google Shape;63;p6"/>
            <p:cNvCxnSpPr/>
            <p:nvPr/>
          </p:nvCxnSpPr>
          <p:spPr>
            <a:xfrm>
              <a:off x="67325" y="-592117"/>
              <a:ext cx="8932200" cy="5485500"/>
            </a:xfrm>
            <a:prstGeom prst="bentConnector3">
              <a:avLst>
                <a:gd name="adj1" fmla="val 814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64" name="Google Shape;64;p6"/>
            <p:cNvCxnSpPr/>
            <p:nvPr/>
          </p:nvCxnSpPr>
          <p:spPr>
            <a:xfrm rot="-5400000" flipH="1">
              <a:off x="-2079325" y="1859333"/>
              <a:ext cx="4747800" cy="1497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subTitle" idx="1"/>
          </p:nvPr>
        </p:nvSpPr>
        <p:spPr>
          <a:xfrm>
            <a:off x="2917223" y="1661100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subTitle" idx="2"/>
          </p:nvPr>
        </p:nvSpPr>
        <p:spPr>
          <a:xfrm>
            <a:off x="2917223" y="2479450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subTitle" idx="3"/>
          </p:nvPr>
        </p:nvSpPr>
        <p:spPr>
          <a:xfrm>
            <a:off x="2917223" y="3297775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3"/>
          <p:cNvSpPr txBox="1">
            <a:spLocks noGrp="1"/>
          </p:cNvSpPr>
          <p:nvPr>
            <p:ph type="subTitle" idx="4"/>
          </p:nvPr>
        </p:nvSpPr>
        <p:spPr>
          <a:xfrm>
            <a:off x="2917223" y="4116100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3"/>
          <p:cNvSpPr txBox="1">
            <a:spLocks noGrp="1"/>
          </p:cNvSpPr>
          <p:nvPr>
            <p:ph type="title" idx="5" hasCustomPrompt="1"/>
          </p:nvPr>
        </p:nvSpPr>
        <p:spPr>
          <a:xfrm>
            <a:off x="1986273" y="1401350"/>
            <a:ext cx="590400" cy="363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8" name="Google Shape;118;p13"/>
          <p:cNvSpPr txBox="1">
            <a:spLocks noGrp="1"/>
          </p:cNvSpPr>
          <p:nvPr>
            <p:ph type="title" idx="6" hasCustomPrompt="1"/>
          </p:nvPr>
        </p:nvSpPr>
        <p:spPr>
          <a:xfrm>
            <a:off x="1986273" y="3037983"/>
            <a:ext cx="590400" cy="363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9" name="Google Shape;119;p13"/>
          <p:cNvSpPr txBox="1">
            <a:spLocks noGrp="1"/>
          </p:cNvSpPr>
          <p:nvPr>
            <p:ph type="title" idx="7" hasCustomPrompt="1"/>
          </p:nvPr>
        </p:nvSpPr>
        <p:spPr>
          <a:xfrm>
            <a:off x="1986273" y="2219667"/>
            <a:ext cx="590400" cy="363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0" name="Google Shape;120;p13"/>
          <p:cNvSpPr txBox="1">
            <a:spLocks noGrp="1"/>
          </p:cNvSpPr>
          <p:nvPr>
            <p:ph type="title" idx="8" hasCustomPrompt="1"/>
          </p:nvPr>
        </p:nvSpPr>
        <p:spPr>
          <a:xfrm>
            <a:off x="1986273" y="3856300"/>
            <a:ext cx="590400" cy="363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1" name="Google Shape;121;p13"/>
          <p:cNvSpPr txBox="1">
            <a:spLocks noGrp="1"/>
          </p:cNvSpPr>
          <p:nvPr>
            <p:ph type="subTitle" idx="9"/>
          </p:nvPr>
        </p:nvSpPr>
        <p:spPr>
          <a:xfrm>
            <a:off x="2917223" y="1401350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22" name="Google Shape;122;p13"/>
          <p:cNvSpPr txBox="1">
            <a:spLocks noGrp="1"/>
          </p:cNvSpPr>
          <p:nvPr>
            <p:ph type="subTitle" idx="13"/>
          </p:nvPr>
        </p:nvSpPr>
        <p:spPr>
          <a:xfrm>
            <a:off x="2917227" y="2219700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23" name="Google Shape;123;p13"/>
          <p:cNvSpPr txBox="1">
            <a:spLocks noGrp="1"/>
          </p:cNvSpPr>
          <p:nvPr>
            <p:ph type="subTitle" idx="14"/>
          </p:nvPr>
        </p:nvSpPr>
        <p:spPr>
          <a:xfrm>
            <a:off x="2917223" y="3037976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24" name="Google Shape;124;p13"/>
          <p:cNvSpPr txBox="1">
            <a:spLocks noGrp="1"/>
          </p:cNvSpPr>
          <p:nvPr>
            <p:ph type="subTitle" idx="15"/>
          </p:nvPr>
        </p:nvSpPr>
        <p:spPr>
          <a:xfrm>
            <a:off x="2917227" y="3856301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grpSp>
        <p:nvGrpSpPr>
          <p:cNvPr id="125" name="Google Shape;125;p13"/>
          <p:cNvGrpSpPr/>
          <p:nvPr/>
        </p:nvGrpSpPr>
        <p:grpSpPr>
          <a:xfrm>
            <a:off x="8113600" y="227500"/>
            <a:ext cx="882599" cy="403555"/>
            <a:chOff x="7884075" y="238975"/>
            <a:chExt cx="882599" cy="403555"/>
          </a:xfrm>
        </p:grpSpPr>
        <p:sp>
          <p:nvSpPr>
            <p:cNvPr id="126" name="Google Shape;126;p13"/>
            <p:cNvSpPr/>
            <p:nvPr/>
          </p:nvSpPr>
          <p:spPr>
            <a:xfrm>
              <a:off x="8255437" y="436475"/>
              <a:ext cx="206055" cy="20605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3"/>
            <p:cNvSpPr/>
            <p:nvPr/>
          </p:nvSpPr>
          <p:spPr>
            <a:xfrm>
              <a:off x="7884075" y="238975"/>
              <a:ext cx="139874" cy="139874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3"/>
            <p:cNvSpPr/>
            <p:nvPr/>
          </p:nvSpPr>
          <p:spPr>
            <a:xfrm>
              <a:off x="8626800" y="378850"/>
              <a:ext cx="139874" cy="139874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" name="Google Shape;129;p13"/>
          <p:cNvGrpSpPr/>
          <p:nvPr/>
        </p:nvGrpSpPr>
        <p:grpSpPr>
          <a:xfrm>
            <a:off x="378100" y="-216500"/>
            <a:ext cx="8131200" cy="5239200"/>
            <a:chOff x="378100" y="-216500"/>
            <a:chExt cx="8131200" cy="5239200"/>
          </a:xfrm>
        </p:grpSpPr>
        <p:cxnSp>
          <p:nvCxnSpPr>
            <p:cNvPr id="130" name="Google Shape;130;p13"/>
            <p:cNvCxnSpPr/>
            <p:nvPr/>
          </p:nvCxnSpPr>
          <p:spPr>
            <a:xfrm>
              <a:off x="378100" y="-216500"/>
              <a:ext cx="7978800" cy="5086800"/>
            </a:xfrm>
            <a:prstGeom prst="bentConnector3">
              <a:avLst>
                <a:gd name="adj1" fmla="val -97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31" name="Google Shape;131;p13"/>
            <p:cNvCxnSpPr/>
            <p:nvPr/>
          </p:nvCxnSpPr>
          <p:spPr>
            <a:xfrm>
              <a:off x="530500" y="-64100"/>
              <a:ext cx="7978800" cy="5086800"/>
            </a:xfrm>
            <a:prstGeom prst="bentConnector3">
              <a:avLst>
                <a:gd name="adj1" fmla="val -97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0_1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42" name="Google Shape;142;p15"/>
          <p:cNvGrpSpPr/>
          <p:nvPr/>
        </p:nvGrpSpPr>
        <p:grpSpPr>
          <a:xfrm>
            <a:off x="8430763" y="-10"/>
            <a:ext cx="422946" cy="368845"/>
            <a:chOff x="8576588" y="4496315"/>
            <a:chExt cx="422946" cy="368845"/>
          </a:xfrm>
        </p:grpSpPr>
        <p:sp>
          <p:nvSpPr>
            <p:cNvPr id="143" name="Google Shape;143;p15"/>
            <p:cNvSpPr/>
            <p:nvPr/>
          </p:nvSpPr>
          <p:spPr>
            <a:xfrm rot="-5400000">
              <a:off x="8576580" y="4720848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5"/>
            <p:cNvSpPr/>
            <p:nvPr/>
          </p:nvSpPr>
          <p:spPr>
            <a:xfrm rot="-5400000">
              <a:off x="8775019" y="4496328"/>
              <a:ext cx="224528" cy="224503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5" name="Google Shape;145;p15"/>
          <p:cNvGrpSpPr/>
          <p:nvPr/>
        </p:nvGrpSpPr>
        <p:grpSpPr>
          <a:xfrm rot="10800000" flipH="1">
            <a:off x="25325" y="282383"/>
            <a:ext cx="8974200" cy="5003417"/>
            <a:chOff x="67325" y="-984534"/>
            <a:chExt cx="8974200" cy="5003417"/>
          </a:xfrm>
        </p:grpSpPr>
        <p:cxnSp>
          <p:nvCxnSpPr>
            <p:cNvPr id="146" name="Google Shape;146;p15"/>
            <p:cNvCxnSpPr/>
            <p:nvPr/>
          </p:nvCxnSpPr>
          <p:spPr>
            <a:xfrm>
              <a:off x="67325" y="-592117"/>
              <a:ext cx="8974200" cy="4611000"/>
            </a:xfrm>
            <a:prstGeom prst="bentConnector3">
              <a:avLst>
                <a:gd name="adj1" fmla="val 4347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47" name="Google Shape;147;p15"/>
            <p:cNvCxnSpPr/>
            <p:nvPr/>
          </p:nvCxnSpPr>
          <p:spPr>
            <a:xfrm rot="-5400000" flipH="1">
              <a:off x="-2164550" y="1408116"/>
              <a:ext cx="4877100" cy="918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2"/>
          <p:cNvSpPr txBox="1">
            <a:spLocks noGrp="1"/>
          </p:cNvSpPr>
          <p:nvPr>
            <p:ph type="subTitle" idx="1"/>
          </p:nvPr>
        </p:nvSpPr>
        <p:spPr>
          <a:xfrm>
            <a:off x="937700" y="3138773"/>
            <a:ext cx="2175300" cy="8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22"/>
          <p:cNvSpPr txBox="1">
            <a:spLocks noGrp="1"/>
          </p:cNvSpPr>
          <p:nvPr>
            <p:ph type="subTitle" idx="2"/>
          </p:nvPr>
        </p:nvSpPr>
        <p:spPr>
          <a:xfrm>
            <a:off x="3484422" y="3138773"/>
            <a:ext cx="2175300" cy="8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8" name="Google Shape;238;p22"/>
          <p:cNvSpPr txBox="1">
            <a:spLocks noGrp="1"/>
          </p:cNvSpPr>
          <p:nvPr>
            <p:ph type="subTitle" idx="3"/>
          </p:nvPr>
        </p:nvSpPr>
        <p:spPr>
          <a:xfrm>
            <a:off x="6031150" y="3138773"/>
            <a:ext cx="2175300" cy="8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p22"/>
          <p:cNvSpPr txBox="1">
            <a:spLocks noGrp="1"/>
          </p:cNvSpPr>
          <p:nvPr>
            <p:ph type="subTitle" idx="4"/>
          </p:nvPr>
        </p:nvSpPr>
        <p:spPr>
          <a:xfrm>
            <a:off x="937700" y="2828225"/>
            <a:ext cx="2175300" cy="39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41" name="Google Shape;241;p22"/>
          <p:cNvSpPr txBox="1">
            <a:spLocks noGrp="1"/>
          </p:cNvSpPr>
          <p:nvPr>
            <p:ph type="subTitle" idx="5"/>
          </p:nvPr>
        </p:nvSpPr>
        <p:spPr>
          <a:xfrm>
            <a:off x="3484422" y="2828225"/>
            <a:ext cx="2175300" cy="39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42" name="Google Shape;242;p22"/>
          <p:cNvSpPr txBox="1">
            <a:spLocks noGrp="1"/>
          </p:cNvSpPr>
          <p:nvPr>
            <p:ph type="subTitle" idx="6"/>
          </p:nvPr>
        </p:nvSpPr>
        <p:spPr>
          <a:xfrm>
            <a:off x="6031150" y="2828225"/>
            <a:ext cx="2175300" cy="39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grpSp>
        <p:nvGrpSpPr>
          <p:cNvPr id="243" name="Google Shape;243;p22"/>
          <p:cNvGrpSpPr/>
          <p:nvPr/>
        </p:nvGrpSpPr>
        <p:grpSpPr>
          <a:xfrm>
            <a:off x="4047014" y="42573"/>
            <a:ext cx="4967892" cy="427565"/>
            <a:chOff x="4047014" y="42573"/>
            <a:chExt cx="4967892" cy="427565"/>
          </a:xfrm>
        </p:grpSpPr>
        <p:sp>
          <p:nvSpPr>
            <p:cNvPr id="244" name="Google Shape;244;p22"/>
            <p:cNvSpPr/>
            <p:nvPr/>
          </p:nvSpPr>
          <p:spPr>
            <a:xfrm rot="-5400000">
              <a:off x="4047014" y="223696"/>
              <a:ext cx="246441" cy="246441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2"/>
            <p:cNvSpPr/>
            <p:nvPr/>
          </p:nvSpPr>
          <p:spPr>
            <a:xfrm rot="-5400000">
              <a:off x="5047357" y="42573"/>
              <a:ext cx="181108" cy="181108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2"/>
            <p:cNvSpPr/>
            <p:nvPr/>
          </p:nvSpPr>
          <p:spPr>
            <a:xfrm rot="-5400000">
              <a:off x="8881913" y="280415"/>
              <a:ext cx="132993" cy="132993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7" name="Google Shape;247;p22"/>
          <p:cNvGrpSpPr/>
          <p:nvPr/>
        </p:nvGrpSpPr>
        <p:grpSpPr>
          <a:xfrm>
            <a:off x="-491175" y="145189"/>
            <a:ext cx="10284997" cy="4769636"/>
            <a:chOff x="-491175" y="145189"/>
            <a:chExt cx="10284997" cy="4769636"/>
          </a:xfrm>
        </p:grpSpPr>
        <p:cxnSp>
          <p:nvCxnSpPr>
            <p:cNvPr id="248" name="Google Shape;248;p22"/>
            <p:cNvCxnSpPr/>
            <p:nvPr/>
          </p:nvCxnSpPr>
          <p:spPr>
            <a:xfrm rot="10800000">
              <a:off x="4978547" y="271239"/>
              <a:ext cx="4686900" cy="546300"/>
            </a:xfrm>
            <a:prstGeom prst="bentConnector3">
              <a:avLst>
                <a:gd name="adj1" fmla="val 18882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249" name="Google Shape;249;p22"/>
            <p:cNvCxnSpPr/>
            <p:nvPr/>
          </p:nvCxnSpPr>
          <p:spPr>
            <a:xfrm rot="10800000">
              <a:off x="5653822" y="145189"/>
              <a:ext cx="4140000" cy="606600"/>
            </a:xfrm>
            <a:prstGeom prst="bentConnector3">
              <a:avLst>
                <a:gd name="adj1" fmla="val 32793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250" name="Google Shape;250;p22"/>
            <p:cNvCxnSpPr/>
            <p:nvPr/>
          </p:nvCxnSpPr>
          <p:spPr>
            <a:xfrm>
              <a:off x="-491175" y="4640850"/>
              <a:ext cx="8531100" cy="2139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251" name="Google Shape;251;p22"/>
            <p:cNvCxnSpPr/>
            <p:nvPr/>
          </p:nvCxnSpPr>
          <p:spPr>
            <a:xfrm>
              <a:off x="-399350" y="4560525"/>
              <a:ext cx="6630600" cy="3543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9" name="Google Shape;269;p24"/>
          <p:cNvSpPr txBox="1">
            <a:spLocks noGrp="1"/>
          </p:cNvSpPr>
          <p:nvPr>
            <p:ph type="subTitle" idx="1"/>
          </p:nvPr>
        </p:nvSpPr>
        <p:spPr>
          <a:xfrm>
            <a:off x="1967648" y="2084667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24"/>
          <p:cNvSpPr txBox="1">
            <a:spLocks noGrp="1"/>
          </p:cNvSpPr>
          <p:nvPr>
            <p:ph type="subTitle" idx="2"/>
          </p:nvPr>
        </p:nvSpPr>
        <p:spPr>
          <a:xfrm>
            <a:off x="5198152" y="2084667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1" name="Google Shape;271;p24"/>
          <p:cNvSpPr txBox="1">
            <a:spLocks noGrp="1"/>
          </p:cNvSpPr>
          <p:nvPr>
            <p:ph type="subTitle" idx="3"/>
          </p:nvPr>
        </p:nvSpPr>
        <p:spPr>
          <a:xfrm>
            <a:off x="1967648" y="3518067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2" name="Google Shape;272;p24"/>
          <p:cNvSpPr txBox="1">
            <a:spLocks noGrp="1"/>
          </p:cNvSpPr>
          <p:nvPr>
            <p:ph type="subTitle" idx="4"/>
          </p:nvPr>
        </p:nvSpPr>
        <p:spPr>
          <a:xfrm>
            <a:off x="5198152" y="3518067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3" name="Google Shape;273;p24"/>
          <p:cNvSpPr txBox="1">
            <a:spLocks noGrp="1"/>
          </p:cNvSpPr>
          <p:nvPr>
            <p:ph type="subTitle" idx="5"/>
          </p:nvPr>
        </p:nvSpPr>
        <p:spPr>
          <a:xfrm>
            <a:off x="1967648" y="1778725"/>
            <a:ext cx="19782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74" name="Google Shape;274;p24"/>
          <p:cNvSpPr txBox="1">
            <a:spLocks noGrp="1"/>
          </p:cNvSpPr>
          <p:nvPr>
            <p:ph type="subTitle" idx="6"/>
          </p:nvPr>
        </p:nvSpPr>
        <p:spPr>
          <a:xfrm>
            <a:off x="5198150" y="1778725"/>
            <a:ext cx="19782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75" name="Google Shape;275;p24"/>
          <p:cNvSpPr txBox="1">
            <a:spLocks noGrp="1"/>
          </p:cNvSpPr>
          <p:nvPr>
            <p:ph type="subTitle" idx="7"/>
          </p:nvPr>
        </p:nvSpPr>
        <p:spPr>
          <a:xfrm>
            <a:off x="1967648" y="3212175"/>
            <a:ext cx="19782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76" name="Google Shape;276;p24"/>
          <p:cNvSpPr txBox="1">
            <a:spLocks noGrp="1"/>
          </p:cNvSpPr>
          <p:nvPr>
            <p:ph type="subTitle" idx="8"/>
          </p:nvPr>
        </p:nvSpPr>
        <p:spPr>
          <a:xfrm>
            <a:off x="5198150" y="3212175"/>
            <a:ext cx="19782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grpSp>
        <p:nvGrpSpPr>
          <p:cNvPr id="277" name="Google Shape;277;p24"/>
          <p:cNvGrpSpPr/>
          <p:nvPr/>
        </p:nvGrpSpPr>
        <p:grpSpPr>
          <a:xfrm>
            <a:off x="184960" y="-914261"/>
            <a:ext cx="8511650" cy="5875100"/>
            <a:chOff x="184960" y="-914261"/>
            <a:chExt cx="8511650" cy="5875100"/>
          </a:xfrm>
        </p:grpSpPr>
        <p:cxnSp>
          <p:nvCxnSpPr>
            <p:cNvPr id="278" name="Google Shape;278;p24"/>
            <p:cNvCxnSpPr/>
            <p:nvPr/>
          </p:nvCxnSpPr>
          <p:spPr>
            <a:xfrm rot="5400000">
              <a:off x="-1759290" y="1284414"/>
              <a:ext cx="4686900" cy="546300"/>
            </a:xfrm>
            <a:prstGeom prst="bentConnector3">
              <a:avLst>
                <a:gd name="adj1" fmla="val 18882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279" name="Google Shape;279;p24"/>
            <p:cNvCxnSpPr/>
            <p:nvPr/>
          </p:nvCxnSpPr>
          <p:spPr>
            <a:xfrm rot="5400000">
              <a:off x="-1581740" y="852439"/>
              <a:ext cx="4140000" cy="606600"/>
            </a:xfrm>
            <a:prstGeom prst="bentConnector3">
              <a:avLst>
                <a:gd name="adj1" fmla="val 32793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280" name="Google Shape;280;p24"/>
            <p:cNvCxnSpPr/>
            <p:nvPr/>
          </p:nvCxnSpPr>
          <p:spPr>
            <a:xfrm rot="5400000">
              <a:off x="5885760" y="2149989"/>
              <a:ext cx="5112900" cy="5088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281" name="Google Shape;281;p24"/>
            <p:cNvCxnSpPr/>
            <p:nvPr/>
          </p:nvCxnSpPr>
          <p:spPr>
            <a:xfrm rot="5400000">
              <a:off x="5659460" y="1671214"/>
              <a:ext cx="5112900" cy="5088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grpSp>
        <p:nvGrpSpPr>
          <p:cNvPr id="282" name="Google Shape;282;p24"/>
          <p:cNvGrpSpPr/>
          <p:nvPr/>
        </p:nvGrpSpPr>
        <p:grpSpPr>
          <a:xfrm>
            <a:off x="4047014" y="27379"/>
            <a:ext cx="4845881" cy="3896497"/>
            <a:chOff x="4047014" y="27379"/>
            <a:chExt cx="4845881" cy="3896497"/>
          </a:xfrm>
        </p:grpSpPr>
        <p:sp>
          <p:nvSpPr>
            <p:cNvPr id="283" name="Google Shape;283;p24"/>
            <p:cNvSpPr/>
            <p:nvPr/>
          </p:nvSpPr>
          <p:spPr>
            <a:xfrm rot="-5400000">
              <a:off x="4047014" y="223696"/>
              <a:ext cx="246441" cy="246441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4"/>
            <p:cNvSpPr/>
            <p:nvPr/>
          </p:nvSpPr>
          <p:spPr>
            <a:xfrm rot="-5400000">
              <a:off x="8470281" y="3727561"/>
              <a:ext cx="196332" cy="196299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24"/>
            <p:cNvSpPr/>
            <p:nvPr/>
          </p:nvSpPr>
          <p:spPr>
            <a:xfrm rot="-5400000">
              <a:off x="8641534" y="2927466"/>
              <a:ext cx="251378" cy="251344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4"/>
            <p:cNvSpPr/>
            <p:nvPr/>
          </p:nvSpPr>
          <p:spPr>
            <a:xfrm rot="-5400000">
              <a:off x="4391516" y="27388"/>
              <a:ext cx="156245" cy="156228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24"/>
            <p:cNvSpPr/>
            <p:nvPr/>
          </p:nvSpPr>
          <p:spPr>
            <a:xfrm rot="-5400000">
              <a:off x="8470291" y="2624037"/>
              <a:ext cx="161895" cy="161879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"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7"/>
          <p:cNvSpPr txBox="1">
            <a:spLocks noGrp="1"/>
          </p:cNvSpPr>
          <p:nvPr>
            <p:ph type="title"/>
          </p:nvPr>
        </p:nvSpPr>
        <p:spPr>
          <a:xfrm>
            <a:off x="713264" y="685100"/>
            <a:ext cx="4629300" cy="10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6" name="Google Shape;326;p27"/>
          <p:cNvSpPr txBox="1">
            <a:spLocks noGrp="1"/>
          </p:cNvSpPr>
          <p:nvPr>
            <p:ph type="subTitle" idx="1"/>
          </p:nvPr>
        </p:nvSpPr>
        <p:spPr>
          <a:xfrm>
            <a:off x="713225" y="1722730"/>
            <a:ext cx="4629300" cy="11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7" name="Google Shape;327;p27"/>
          <p:cNvSpPr txBox="1"/>
          <p:nvPr/>
        </p:nvSpPr>
        <p:spPr>
          <a:xfrm>
            <a:off x="713277" y="3611950"/>
            <a:ext cx="46293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CREDITS: This presentation template was created by </a:t>
            </a:r>
            <a:r>
              <a:rPr lang="en" sz="1200" b="1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2"/>
              </a:rPr>
              <a:t>Slidesgo</a:t>
            </a:r>
            <a:r>
              <a:rPr lang="en" sz="12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and includes icons by </a:t>
            </a:r>
            <a:r>
              <a:rPr lang="en" sz="1200" b="1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and infographics &amp; images by </a:t>
            </a:r>
            <a:r>
              <a:rPr lang="en" sz="1200" b="1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b="1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200" b="1" u="sng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328" name="Google Shape;328;p27"/>
          <p:cNvGrpSpPr/>
          <p:nvPr/>
        </p:nvGrpSpPr>
        <p:grpSpPr>
          <a:xfrm>
            <a:off x="179243" y="1771891"/>
            <a:ext cx="400449" cy="2933146"/>
            <a:chOff x="7553711" y="-2334286"/>
            <a:chExt cx="455625" cy="3337292"/>
          </a:xfrm>
        </p:grpSpPr>
        <p:sp>
          <p:nvSpPr>
            <p:cNvPr id="329" name="Google Shape;329;p27"/>
            <p:cNvSpPr/>
            <p:nvPr/>
          </p:nvSpPr>
          <p:spPr>
            <a:xfrm>
              <a:off x="7728940" y="-1977361"/>
              <a:ext cx="280396" cy="280396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7"/>
            <p:cNvSpPr/>
            <p:nvPr/>
          </p:nvSpPr>
          <p:spPr>
            <a:xfrm>
              <a:off x="7766124" y="796950"/>
              <a:ext cx="206055" cy="20605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7"/>
            <p:cNvSpPr/>
            <p:nvPr/>
          </p:nvSpPr>
          <p:spPr>
            <a:xfrm>
              <a:off x="7553711" y="-2334286"/>
              <a:ext cx="151325" cy="15132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2" name="Google Shape;332;p27"/>
          <p:cNvGrpSpPr/>
          <p:nvPr/>
        </p:nvGrpSpPr>
        <p:grpSpPr>
          <a:xfrm>
            <a:off x="312250" y="-762725"/>
            <a:ext cx="855850" cy="2170900"/>
            <a:chOff x="312250" y="-762725"/>
            <a:chExt cx="855850" cy="2170900"/>
          </a:xfrm>
        </p:grpSpPr>
        <p:cxnSp>
          <p:nvCxnSpPr>
            <p:cNvPr id="333" name="Google Shape;333;p27"/>
            <p:cNvCxnSpPr/>
            <p:nvPr/>
          </p:nvCxnSpPr>
          <p:spPr>
            <a:xfrm rot="5400000">
              <a:off x="-237850" y="2225"/>
              <a:ext cx="2082300" cy="729600"/>
            </a:xfrm>
            <a:prstGeom prst="bentConnector3">
              <a:avLst>
                <a:gd name="adj1" fmla="val 43507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334" name="Google Shape;334;p27"/>
            <p:cNvCxnSpPr/>
            <p:nvPr/>
          </p:nvCxnSpPr>
          <p:spPr>
            <a:xfrm rot="5400000">
              <a:off x="-317750" y="-132725"/>
              <a:ext cx="1866600" cy="6066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6" name="Google Shape;336;p28"/>
          <p:cNvGrpSpPr/>
          <p:nvPr/>
        </p:nvGrpSpPr>
        <p:grpSpPr>
          <a:xfrm>
            <a:off x="-709225" y="2020450"/>
            <a:ext cx="10403925" cy="4250875"/>
            <a:chOff x="-709225" y="2020450"/>
            <a:chExt cx="10403925" cy="4250875"/>
          </a:xfrm>
        </p:grpSpPr>
        <p:grpSp>
          <p:nvGrpSpPr>
            <p:cNvPr id="337" name="Google Shape;337;p28"/>
            <p:cNvGrpSpPr/>
            <p:nvPr/>
          </p:nvGrpSpPr>
          <p:grpSpPr>
            <a:xfrm>
              <a:off x="176175" y="2459300"/>
              <a:ext cx="418425" cy="3812025"/>
              <a:chOff x="176175" y="2459300"/>
              <a:chExt cx="418425" cy="3812025"/>
            </a:xfrm>
          </p:grpSpPr>
          <p:cxnSp>
            <p:nvCxnSpPr>
              <p:cNvPr id="338" name="Google Shape;338;p28"/>
              <p:cNvCxnSpPr/>
              <p:nvPr/>
            </p:nvCxnSpPr>
            <p:spPr>
              <a:xfrm rot="5400000" flipH="1">
                <a:off x="-1093800" y="3815900"/>
                <a:ext cx="3045000" cy="3318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339" name="Google Shape;339;p28"/>
              <p:cNvCxnSpPr/>
              <p:nvPr/>
            </p:nvCxnSpPr>
            <p:spPr>
              <a:xfrm rot="5400000" flipH="1">
                <a:off x="-1327875" y="4449875"/>
                <a:ext cx="3325500" cy="317400"/>
              </a:xfrm>
              <a:prstGeom prst="bentConnector3">
                <a:avLst>
                  <a:gd name="adj1" fmla="val 64575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340" name="Google Shape;340;p28"/>
            <p:cNvGrpSpPr/>
            <p:nvPr/>
          </p:nvGrpSpPr>
          <p:grpSpPr>
            <a:xfrm>
              <a:off x="-709225" y="4185350"/>
              <a:ext cx="7895400" cy="1976375"/>
              <a:chOff x="-709225" y="4185350"/>
              <a:chExt cx="7895400" cy="1976375"/>
            </a:xfrm>
          </p:grpSpPr>
          <p:cxnSp>
            <p:nvCxnSpPr>
              <p:cNvPr id="341" name="Google Shape;341;p28"/>
              <p:cNvCxnSpPr/>
              <p:nvPr/>
            </p:nvCxnSpPr>
            <p:spPr>
              <a:xfrm rot="10800000" flipH="1">
                <a:off x="-709225" y="4185350"/>
                <a:ext cx="7895400" cy="1147500"/>
              </a:xfrm>
              <a:prstGeom prst="bentConnector3">
                <a:avLst>
                  <a:gd name="adj1" fmla="val 71221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342" name="Google Shape;342;p28"/>
              <p:cNvCxnSpPr/>
              <p:nvPr/>
            </p:nvCxnSpPr>
            <p:spPr>
              <a:xfrm rot="10800000" flipH="1">
                <a:off x="2953025" y="4367125"/>
                <a:ext cx="3567000" cy="17946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343" name="Google Shape;343;p28"/>
            <p:cNvGrpSpPr/>
            <p:nvPr/>
          </p:nvGrpSpPr>
          <p:grpSpPr>
            <a:xfrm>
              <a:off x="8878450" y="2020450"/>
              <a:ext cx="816250" cy="2568900"/>
              <a:chOff x="8878450" y="2020450"/>
              <a:chExt cx="816250" cy="2568900"/>
            </a:xfrm>
          </p:grpSpPr>
          <p:cxnSp>
            <p:nvCxnSpPr>
              <p:cNvPr id="344" name="Google Shape;344;p28"/>
              <p:cNvCxnSpPr/>
              <p:nvPr/>
            </p:nvCxnSpPr>
            <p:spPr>
              <a:xfrm rot="5400000">
                <a:off x="7933150" y="2965750"/>
                <a:ext cx="2568900" cy="678300"/>
              </a:xfrm>
              <a:prstGeom prst="bentConnector3">
                <a:avLst>
                  <a:gd name="adj1" fmla="val 4494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345" name="Google Shape;345;p28"/>
              <p:cNvCxnSpPr/>
              <p:nvPr/>
            </p:nvCxnSpPr>
            <p:spPr>
              <a:xfrm rot="5400000">
                <a:off x="8288750" y="2779400"/>
                <a:ext cx="2082300" cy="7296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grpSp>
        <p:nvGrpSpPr>
          <p:cNvPr id="346" name="Google Shape;346;p28"/>
          <p:cNvGrpSpPr/>
          <p:nvPr/>
        </p:nvGrpSpPr>
        <p:grpSpPr>
          <a:xfrm>
            <a:off x="84278" y="2240873"/>
            <a:ext cx="8837445" cy="2718104"/>
            <a:chOff x="84278" y="2240873"/>
            <a:chExt cx="8837445" cy="2718104"/>
          </a:xfrm>
        </p:grpSpPr>
        <p:sp>
          <p:nvSpPr>
            <p:cNvPr id="347" name="Google Shape;347;p28"/>
            <p:cNvSpPr/>
            <p:nvPr/>
          </p:nvSpPr>
          <p:spPr>
            <a:xfrm>
              <a:off x="84278" y="2240873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8"/>
            <p:cNvSpPr/>
            <p:nvPr/>
          </p:nvSpPr>
          <p:spPr>
            <a:xfrm>
              <a:off x="8777403" y="4814673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" name="Google Shape;350;p29"/>
          <p:cNvGrpSpPr/>
          <p:nvPr/>
        </p:nvGrpSpPr>
        <p:grpSpPr>
          <a:xfrm>
            <a:off x="140000" y="188300"/>
            <a:ext cx="580000" cy="6094500"/>
            <a:chOff x="140000" y="188300"/>
            <a:chExt cx="580000" cy="6094500"/>
          </a:xfrm>
        </p:grpSpPr>
        <p:cxnSp>
          <p:nvCxnSpPr>
            <p:cNvPr id="351" name="Google Shape;351;p29"/>
            <p:cNvCxnSpPr/>
            <p:nvPr/>
          </p:nvCxnSpPr>
          <p:spPr>
            <a:xfrm rot="-5400000">
              <a:off x="-522000" y="4271050"/>
              <a:ext cx="2018700" cy="465300"/>
            </a:xfrm>
            <a:prstGeom prst="bentConnector2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352" name="Google Shape;352;p29"/>
            <p:cNvCxnSpPr/>
            <p:nvPr/>
          </p:nvCxnSpPr>
          <p:spPr>
            <a:xfrm rot="-5400000">
              <a:off x="-2575525" y="3200000"/>
              <a:ext cx="6094500" cy="711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353" name="Google Shape;353;p29"/>
            <p:cNvCxnSpPr/>
            <p:nvPr/>
          </p:nvCxnSpPr>
          <p:spPr>
            <a:xfrm rot="-5400000">
              <a:off x="-1584400" y="3258800"/>
              <a:ext cx="3657300" cy="2085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grpSp>
        <p:nvGrpSpPr>
          <p:cNvPr id="354" name="Google Shape;354;p29"/>
          <p:cNvGrpSpPr/>
          <p:nvPr/>
        </p:nvGrpSpPr>
        <p:grpSpPr>
          <a:xfrm>
            <a:off x="64493" y="394791"/>
            <a:ext cx="400449" cy="2933146"/>
            <a:chOff x="7553711" y="-2334286"/>
            <a:chExt cx="455625" cy="3337292"/>
          </a:xfrm>
        </p:grpSpPr>
        <p:sp>
          <p:nvSpPr>
            <p:cNvPr id="355" name="Google Shape;355;p29"/>
            <p:cNvSpPr/>
            <p:nvPr/>
          </p:nvSpPr>
          <p:spPr>
            <a:xfrm>
              <a:off x="7728940" y="-1977361"/>
              <a:ext cx="280396" cy="280396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9"/>
            <p:cNvSpPr/>
            <p:nvPr/>
          </p:nvSpPr>
          <p:spPr>
            <a:xfrm>
              <a:off x="7766124" y="796950"/>
              <a:ext cx="206055" cy="20605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9"/>
            <p:cNvSpPr/>
            <p:nvPr/>
          </p:nvSpPr>
          <p:spPr>
            <a:xfrm>
              <a:off x="7553711" y="-2334286"/>
              <a:ext cx="151325" cy="15132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>
            <a:spLocks noGrp="1"/>
          </p:cNvSpPr>
          <p:nvPr>
            <p:ph type="title"/>
          </p:nvPr>
        </p:nvSpPr>
        <p:spPr>
          <a:xfrm>
            <a:off x="838650" y="1518450"/>
            <a:ext cx="4151400" cy="21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78" name="Google Shape;78;p8"/>
          <p:cNvGrpSpPr/>
          <p:nvPr/>
        </p:nvGrpSpPr>
        <p:grpSpPr>
          <a:xfrm>
            <a:off x="-950200" y="-235500"/>
            <a:ext cx="9904500" cy="5229850"/>
            <a:chOff x="-950200" y="-235500"/>
            <a:chExt cx="9904500" cy="5229850"/>
          </a:xfrm>
        </p:grpSpPr>
        <p:cxnSp>
          <p:nvCxnSpPr>
            <p:cNvPr id="79" name="Google Shape;79;p8"/>
            <p:cNvCxnSpPr/>
            <p:nvPr/>
          </p:nvCxnSpPr>
          <p:spPr>
            <a:xfrm>
              <a:off x="-122100" y="-123950"/>
              <a:ext cx="8572500" cy="5118300"/>
            </a:xfrm>
            <a:prstGeom prst="bentConnector3">
              <a:avLst>
                <a:gd name="adj1" fmla="val 5355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80" name="Google Shape;80;p8"/>
            <p:cNvCxnSpPr/>
            <p:nvPr/>
          </p:nvCxnSpPr>
          <p:spPr>
            <a:xfrm>
              <a:off x="-313975" y="-235500"/>
              <a:ext cx="8572500" cy="5118300"/>
            </a:xfrm>
            <a:prstGeom prst="bentConnector3">
              <a:avLst>
                <a:gd name="adj1" fmla="val 5355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81" name="Google Shape;81;p8"/>
            <p:cNvCxnSpPr/>
            <p:nvPr/>
          </p:nvCxnSpPr>
          <p:spPr>
            <a:xfrm>
              <a:off x="-766600" y="2793225"/>
              <a:ext cx="9720900" cy="1699500"/>
            </a:xfrm>
            <a:prstGeom prst="bentConnector3">
              <a:avLst>
                <a:gd name="adj1" fmla="val 5194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82" name="Google Shape;82;p8"/>
            <p:cNvCxnSpPr/>
            <p:nvPr/>
          </p:nvCxnSpPr>
          <p:spPr>
            <a:xfrm>
              <a:off x="-950200" y="2976850"/>
              <a:ext cx="9712500" cy="1404300"/>
            </a:xfrm>
            <a:prstGeom prst="bentConnector3">
              <a:avLst>
                <a:gd name="adj1" fmla="val 14297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798349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2" r:id="rId3"/>
    <p:sldLayoutId id="2147483658" r:id="rId4"/>
    <p:sldLayoutId id="2147483659" r:id="rId5"/>
    <p:sldLayoutId id="2147483661" r:id="rId6"/>
    <p:sldLayoutId id="2147483668" r:id="rId7"/>
    <p:sldLayoutId id="2147483670" r:id="rId8"/>
    <p:sldLayoutId id="2147483673" r:id="rId9"/>
    <p:sldLayoutId id="2147483674" r:id="rId10"/>
    <p:sldLayoutId id="2147483675" r:id="rId11"/>
    <p:sldLayoutId id="214748367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6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microsoft.com/office/2007/relationships/hdphoto" Target="../media/hdphoto1.wdp"/><Relationship Id="rId11" Type="http://schemas.openxmlformats.org/officeDocument/2006/relationships/image" Target="../media/image10.png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notesSlide" Target="../notesSlides/notesSlide7.xml"/><Relationship Id="rId9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jpg"/><Relationship Id="rId5" Type="http://schemas.openxmlformats.org/officeDocument/2006/relationships/image" Target="../media/image14.jpg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3"/>
          <p:cNvSpPr txBox="1">
            <a:spLocks noGrp="1"/>
          </p:cNvSpPr>
          <p:nvPr>
            <p:ph type="ctrTitle"/>
          </p:nvPr>
        </p:nvSpPr>
        <p:spPr>
          <a:xfrm>
            <a:off x="4221431" y="1079451"/>
            <a:ext cx="4260000" cy="175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>
                <a:solidFill>
                  <a:srgbClr val="45818E"/>
                </a:solidFill>
                <a:latin typeface="Lucida Fax" panose="02060602050505020204" pitchFamily="18" charset="0"/>
              </a:rPr>
              <a:t>NEURO</a:t>
            </a:r>
            <a:br>
              <a:rPr lang="en" dirty="0"/>
            </a:br>
            <a:r>
              <a:rPr lang="en" dirty="0">
                <a:latin typeface="XO Thames" panose="02020603050405020304" pitchFamily="18" charset="0"/>
              </a:rPr>
              <a:t>cafe</a:t>
            </a:r>
            <a:endParaRPr dirty="0">
              <a:latin typeface="XO Thames" panose="02020603050405020304" pitchFamily="18" charset="0"/>
            </a:endParaRPr>
          </a:p>
        </p:txBody>
      </p:sp>
      <p:sp>
        <p:nvSpPr>
          <p:cNvPr id="369" name="Google Shape;369;p33"/>
          <p:cNvSpPr txBox="1">
            <a:spLocks noGrp="1"/>
          </p:cNvSpPr>
          <p:nvPr>
            <p:ph type="subTitle" idx="1"/>
          </p:nvPr>
        </p:nvSpPr>
        <p:spPr>
          <a:xfrm>
            <a:off x="4157700" y="2997200"/>
            <a:ext cx="42600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XO Thames" panose="02020603050405020304" pitchFamily="18" charset="0"/>
              </a:rPr>
              <a:t>Умное меню для быстрого выбора!</a:t>
            </a:r>
            <a:endParaRPr dirty="0">
              <a:latin typeface="Ascon Complex" panose="00000500000000000000" pitchFamily="2" charset="0"/>
            </a:endParaRPr>
          </a:p>
        </p:txBody>
      </p:sp>
      <p:cxnSp>
        <p:nvCxnSpPr>
          <p:cNvPr id="370" name="Google Shape;370;p33"/>
          <p:cNvCxnSpPr>
            <a:endCxn id="369" idx="1"/>
          </p:cNvCxnSpPr>
          <p:nvPr/>
        </p:nvCxnSpPr>
        <p:spPr>
          <a:xfrm rot="-5400000" flipH="1">
            <a:off x="1987200" y="1009550"/>
            <a:ext cx="3995700" cy="345300"/>
          </a:xfrm>
          <a:prstGeom prst="bentConnector2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grpSp>
        <p:nvGrpSpPr>
          <p:cNvPr id="371" name="Google Shape;371;p33"/>
          <p:cNvGrpSpPr/>
          <p:nvPr/>
        </p:nvGrpSpPr>
        <p:grpSpPr>
          <a:xfrm>
            <a:off x="713228" y="756273"/>
            <a:ext cx="2795593" cy="3610859"/>
            <a:chOff x="713228" y="756273"/>
            <a:chExt cx="2795593" cy="3610859"/>
          </a:xfrm>
        </p:grpSpPr>
        <p:grpSp>
          <p:nvGrpSpPr>
            <p:cNvPr id="372" name="Google Shape;372;p33"/>
            <p:cNvGrpSpPr/>
            <p:nvPr/>
          </p:nvGrpSpPr>
          <p:grpSpPr>
            <a:xfrm>
              <a:off x="713228" y="756273"/>
              <a:ext cx="2795593" cy="3610859"/>
              <a:chOff x="293087" y="273641"/>
              <a:chExt cx="3511170" cy="4535116"/>
            </a:xfrm>
          </p:grpSpPr>
          <p:sp>
            <p:nvSpPr>
              <p:cNvPr id="373" name="Google Shape;373;p33"/>
              <p:cNvSpPr/>
              <p:nvPr/>
            </p:nvSpPr>
            <p:spPr>
              <a:xfrm>
                <a:off x="2601618" y="4214808"/>
                <a:ext cx="324803" cy="324793"/>
              </a:xfrm>
              <a:custGeom>
                <a:avLst/>
                <a:gdLst/>
                <a:ahLst/>
                <a:cxnLst/>
                <a:rect l="l" t="t" r="r" b="b"/>
                <a:pathLst>
                  <a:path w="4231" h="4231" extrusionOk="0">
                    <a:moveTo>
                      <a:pt x="4230" y="2118"/>
                    </a:moveTo>
                    <a:cubicBezTo>
                      <a:pt x="4230" y="3280"/>
                      <a:pt x="3281" y="4230"/>
                      <a:pt x="2113" y="4230"/>
                    </a:cubicBezTo>
                    <a:cubicBezTo>
                      <a:pt x="944" y="4230"/>
                      <a:pt x="1" y="3280"/>
                      <a:pt x="1" y="2118"/>
                    </a:cubicBezTo>
                    <a:cubicBezTo>
                      <a:pt x="1" y="950"/>
                      <a:pt x="944" y="0"/>
                      <a:pt x="2113" y="0"/>
                    </a:cubicBezTo>
                    <a:cubicBezTo>
                      <a:pt x="3281" y="0"/>
                      <a:pt x="4230" y="950"/>
                      <a:pt x="4230" y="21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33"/>
              <p:cNvSpPr/>
              <p:nvPr/>
            </p:nvSpPr>
            <p:spPr>
              <a:xfrm>
                <a:off x="3332150" y="2479887"/>
                <a:ext cx="187378" cy="187402"/>
              </a:xfrm>
              <a:custGeom>
                <a:avLst/>
                <a:gdLst/>
                <a:ahLst/>
                <a:cxnLst/>
                <a:rect l="l" t="t" r="r" b="b"/>
                <a:pathLst>
                  <a:path w="4230" h="4231" extrusionOk="0">
                    <a:moveTo>
                      <a:pt x="4230" y="2119"/>
                    </a:moveTo>
                    <a:cubicBezTo>
                      <a:pt x="4230" y="3287"/>
                      <a:pt x="3280" y="4231"/>
                      <a:pt x="2112" y="4231"/>
                    </a:cubicBezTo>
                    <a:cubicBezTo>
                      <a:pt x="944" y="4231"/>
                      <a:pt x="0" y="3287"/>
                      <a:pt x="0" y="2119"/>
                    </a:cubicBezTo>
                    <a:cubicBezTo>
                      <a:pt x="0" y="950"/>
                      <a:pt x="944" y="1"/>
                      <a:pt x="2112" y="1"/>
                    </a:cubicBezTo>
                    <a:cubicBezTo>
                      <a:pt x="3280" y="1"/>
                      <a:pt x="4230" y="950"/>
                      <a:pt x="4230" y="211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75;p33"/>
              <p:cNvSpPr/>
              <p:nvPr/>
            </p:nvSpPr>
            <p:spPr>
              <a:xfrm>
                <a:off x="293087" y="273641"/>
                <a:ext cx="181266" cy="181242"/>
              </a:xfrm>
              <a:custGeom>
                <a:avLst/>
                <a:gdLst/>
                <a:ahLst/>
                <a:cxnLst/>
                <a:rect l="l" t="t" r="r" b="b"/>
                <a:pathLst>
                  <a:path w="3298" h="3298" extrusionOk="0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33"/>
              <p:cNvSpPr/>
              <p:nvPr/>
            </p:nvSpPr>
            <p:spPr>
              <a:xfrm>
                <a:off x="1038559" y="4453324"/>
                <a:ext cx="192303" cy="192296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505" extrusionOk="0">
                    <a:moveTo>
                      <a:pt x="2504" y="1255"/>
                    </a:moveTo>
                    <a:cubicBezTo>
                      <a:pt x="2504" y="1946"/>
                      <a:pt x="1946" y="2504"/>
                      <a:pt x="1256" y="2504"/>
                    </a:cubicBezTo>
                    <a:cubicBezTo>
                      <a:pt x="559" y="2504"/>
                      <a:pt x="1" y="1946"/>
                      <a:pt x="1" y="1255"/>
                    </a:cubicBezTo>
                    <a:cubicBezTo>
                      <a:pt x="1" y="559"/>
                      <a:pt x="559" y="1"/>
                      <a:pt x="1256" y="1"/>
                    </a:cubicBezTo>
                    <a:cubicBezTo>
                      <a:pt x="1946" y="1"/>
                      <a:pt x="2504" y="559"/>
                      <a:pt x="2504" y="125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33"/>
              <p:cNvSpPr/>
              <p:nvPr/>
            </p:nvSpPr>
            <p:spPr>
              <a:xfrm>
                <a:off x="434250" y="2832705"/>
                <a:ext cx="192226" cy="192220"/>
              </a:xfrm>
              <a:custGeom>
                <a:avLst/>
                <a:gdLst/>
                <a:ahLst/>
                <a:cxnLst/>
                <a:rect l="l" t="t" r="r" b="b"/>
                <a:pathLst>
                  <a:path w="2504" h="2504" extrusionOk="0">
                    <a:moveTo>
                      <a:pt x="2504" y="1249"/>
                    </a:moveTo>
                    <a:cubicBezTo>
                      <a:pt x="2504" y="1940"/>
                      <a:pt x="1945" y="2504"/>
                      <a:pt x="1255" y="2504"/>
                    </a:cubicBezTo>
                    <a:cubicBezTo>
                      <a:pt x="564" y="2504"/>
                      <a:pt x="0" y="1940"/>
                      <a:pt x="0" y="1249"/>
                    </a:cubicBezTo>
                    <a:cubicBezTo>
                      <a:pt x="0" y="558"/>
                      <a:pt x="564" y="0"/>
                      <a:pt x="1255" y="0"/>
                    </a:cubicBezTo>
                    <a:cubicBezTo>
                      <a:pt x="1945" y="0"/>
                      <a:pt x="2504" y="558"/>
                      <a:pt x="2504" y="124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33"/>
              <p:cNvSpPr/>
              <p:nvPr/>
            </p:nvSpPr>
            <p:spPr>
              <a:xfrm>
                <a:off x="1464919" y="461450"/>
                <a:ext cx="510350" cy="510334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33"/>
              <p:cNvSpPr/>
              <p:nvPr/>
            </p:nvSpPr>
            <p:spPr>
              <a:xfrm>
                <a:off x="627777" y="1786738"/>
                <a:ext cx="324727" cy="324793"/>
              </a:xfrm>
              <a:custGeom>
                <a:avLst/>
                <a:gdLst/>
                <a:ahLst/>
                <a:cxnLst/>
                <a:rect l="l" t="t" r="r" b="b"/>
                <a:pathLst>
                  <a:path w="4230" h="4231" extrusionOk="0">
                    <a:moveTo>
                      <a:pt x="4230" y="2113"/>
                    </a:moveTo>
                    <a:cubicBezTo>
                      <a:pt x="4230" y="3281"/>
                      <a:pt x="3280" y="4231"/>
                      <a:pt x="2112" y="4231"/>
                    </a:cubicBezTo>
                    <a:cubicBezTo>
                      <a:pt x="950" y="4231"/>
                      <a:pt x="0" y="3281"/>
                      <a:pt x="0" y="2113"/>
                    </a:cubicBezTo>
                    <a:cubicBezTo>
                      <a:pt x="0" y="945"/>
                      <a:pt x="950" y="1"/>
                      <a:pt x="2112" y="1"/>
                    </a:cubicBezTo>
                    <a:cubicBezTo>
                      <a:pt x="3280" y="1"/>
                      <a:pt x="4230" y="945"/>
                      <a:pt x="4230" y="211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33"/>
              <p:cNvSpPr/>
              <p:nvPr/>
            </p:nvSpPr>
            <p:spPr>
              <a:xfrm>
                <a:off x="782300" y="4555574"/>
                <a:ext cx="2362761" cy="253182"/>
              </a:xfrm>
              <a:custGeom>
                <a:avLst/>
                <a:gdLst/>
                <a:ahLst/>
                <a:cxnLst/>
                <a:rect l="l" t="t" r="r" b="b"/>
                <a:pathLst>
                  <a:path w="34075" h="8058" extrusionOk="0">
                    <a:moveTo>
                      <a:pt x="34075" y="4029"/>
                    </a:moveTo>
                    <a:cubicBezTo>
                      <a:pt x="34075" y="6256"/>
                      <a:pt x="26444" y="8057"/>
                      <a:pt x="17041" y="8057"/>
                    </a:cubicBezTo>
                    <a:cubicBezTo>
                      <a:pt x="7632" y="8057"/>
                      <a:pt x="1" y="6256"/>
                      <a:pt x="1" y="4029"/>
                    </a:cubicBezTo>
                    <a:cubicBezTo>
                      <a:pt x="1" y="1807"/>
                      <a:pt x="7632" y="0"/>
                      <a:pt x="17041" y="0"/>
                    </a:cubicBezTo>
                    <a:cubicBezTo>
                      <a:pt x="26444" y="0"/>
                      <a:pt x="34075" y="1807"/>
                      <a:pt x="34075" y="4029"/>
                    </a:cubicBezTo>
                    <a:close/>
                  </a:path>
                </a:pathLst>
              </a:custGeom>
              <a:solidFill>
                <a:srgbClr val="134F5C">
                  <a:alpha val="327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33"/>
              <p:cNvSpPr/>
              <p:nvPr/>
            </p:nvSpPr>
            <p:spPr>
              <a:xfrm>
                <a:off x="1535627" y="4051294"/>
                <a:ext cx="926891" cy="682211"/>
              </a:xfrm>
              <a:custGeom>
                <a:avLst/>
                <a:gdLst/>
                <a:ahLst/>
                <a:cxnLst/>
                <a:rect l="l" t="t" r="r" b="b"/>
                <a:pathLst>
                  <a:path w="12074" h="8887" extrusionOk="0">
                    <a:moveTo>
                      <a:pt x="5151" y="8881"/>
                    </a:moveTo>
                    <a:cubicBezTo>
                      <a:pt x="5013" y="8869"/>
                      <a:pt x="4886" y="8840"/>
                      <a:pt x="4754" y="8800"/>
                    </a:cubicBezTo>
                    <a:lnTo>
                      <a:pt x="1600" y="7707"/>
                    </a:lnTo>
                    <a:cubicBezTo>
                      <a:pt x="599" y="7361"/>
                      <a:pt x="0" y="6435"/>
                      <a:pt x="190" y="5549"/>
                    </a:cubicBezTo>
                    <a:lnTo>
                      <a:pt x="1180" y="858"/>
                    </a:lnTo>
                    <a:cubicBezTo>
                      <a:pt x="1197" y="778"/>
                      <a:pt x="1266" y="720"/>
                      <a:pt x="1358" y="715"/>
                    </a:cubicBezTo>
                    <a:lnTo>
                      <a:pt x="8621" y="7"/>
                    </a:lnTo>
                    <a:cubicBezTo>
                      <a:pt x="8696" y="1"/>
                      <a:pt x="8776" y="30"/>
                      <a:pt x="8828" y="82"/>
                    </a:cubicBezTo>
                    <a:cubicBezTo>
                      <a:pt x="8880" y="133"/>
                      <a:pt x="8897" y="202"/>
                      <a:pt x="8886" y="260"/>
                    </a:cubicBezTo>
                    <a:lnTo>
                      <a:pt x="7591" y="4634"/>
                    </a:lnTo>
                    <a:lnTo>
                      <a:pt x="7591" y="4634"/>
                    </a:lnTo>
                    <a:cubicBezTo>
                      <a:pt x="7366" y="5399"/>
                      <a:pt x="7890" y="6210"/>
                      <a:pt x="8799" y="6498"/>
                    </a:cubicBezTo>
                    <a:lnTo>
                      <a:pt x="11803" y="7448"/>
                    </a:lnTo>
                    <a:cubicBezTo>
                      <a:pt x="11964" y="7499"/>
                      <a:pt x="12074" y="7626"/>
                      <a:pt x="12062" y="7764"/>
                    </a:cubicBezTo>
                    <a:cubicBezTo>
                      <a:pt x="12057" y="7902"/>
                      <a:pt x="11947" y="8006"/>
                      <a:pt x="11786" y="8029"/>
                    </a:cubicBezTo>
                    <a:lnTo>
                      <a:pt x="5438" y="8881"/>
                    </a:lnTo>
                    <a:cubicBezTo>
                      <a:pt x="5352" y="8886"/>
                      <a:pt x="5254" y="8886"/>
                      <a:pt x="5151" y="8881"/>
                    </a:cubicBezTo>
                    <a:close/>
                    <a:moveTo>
                      <a:pt x="1583" y="1071"/>
                    </a:moveTo>
                    <a:lnTo>
                      <a:pt x="610" y="5641"/>
                    </a:lnTo>
                    <a:cubicBezTo>
                      <a:pt x="461" y="6349"/>
                      <a:pt x="944" y="7079"/>
                      <a:pt x="1732" y="7356"/>
                    </a:cubicBezTo>
                    <a:lnTo>
                      <a:pt x="4892" y="8438"/>
                    </a:lnTo>
                    <a:cubicBezTo>
                      <a:pt x="5036" y="8489"/>
                      <a:pt x="5197" y="8507"/>
                      <a:pt x="5346" y="8484"/>
                    </a:cubicBezTo>
                    <a:lnTo>
                      <a:pt x="11257" y="7684"/>
                    </a:lnTo>
                    <a:lnTo>
                      <a:pt x="8667" y="6855"/>
                    </a:lnTo>
                    <a:cubicBezTo>
                      <a:pt x="7533" y="6492"/>
                      <a:pt x="6866" y="5462"/>
                      <a:pt x="7153" y="4507"/>
                    </a:cubicBezTo>
                    <a:lnTo>
                      <a:pt x="8350" y="427"/>
                    </a:lnTo>
                    <a:close/>
                    <a:moveTo>
                      <a:pt x="7366" y="4570"/>
                    </a:moveTo>
                    <a:close/>
                  </a:path>
                </a:pathLst>
              </a:custGeom>
              <a:solidFill>
                <a:srgbClr val="D1E0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33"/>
              <p:cNvSpPr/>
              <p:nvPr/>
            </p:nvSpPr>
            <p:spPr>
              <a:xfrm>
                <a:off x="1553284" y="4069027"/>
                <a:ext cx="908390" cy="648971"/>
              </a:xfrm>
              <a:custGeom>
                <a:avLst/>
                <a:gdLst/>
                <a:ahLst/>
                <a:cxnLst/>
                <a:rect l="l" t="t" r="r" b="b"/>
                <a:pathLst>
                  <a:path w="11833" h="8454" extrusionOk="0">
                    <a:moveTo>
                      <a:pt x="11585" y="7153"/>
                    </a:moveTo>
                    <a:lnTo>
                      <a:pt x="8564" y="6233"/>
                    </a:lnTo>
                    <a:cubicBezTo>
                      <a:pt x="7689" y="5956"/>
                      <a:pt x="7188" y="5174"/>
                      <a:pt x="7401" y="4437"/>
                    </a:cubicBezTo>
                    <a:lnTo>
                      <a:pt x="8638" y="248"/>
                    </a:lnTo>
                    <a:cubicBezTo>
                      <a:pt x="8661" y="190"/>
                      <a:pt x="8638" y="115"/>
                      <a:pt x="8592" y="75"/>
                    </a:cubicBezTo>
                    <a:cubicBezTo>
                      <a:pt x="8541" y="23"/>
                      <a:pt x="8466" y="0"/>
                      <a:pt x="8391" y="6"/>
                    </a:cubicBezTo>
                    <a:lnTo>
                      <a:pt x="1307" y="581"/>
                    </a:lnTo>
                    <a:cubicBezTo>
                      <a:pt x="1226" y="587"/>
                      <a:pt x="1151" y="650"/>
                      <a:pt x="1134" y="725"/>
                    </a:cubicBezTo>
                    <a:lnTo>
                      <a:pt x="179" y="5237"/>
                    </a:lnTo>
                    <a:cubicBezTo>
                      <a:pt x="0" y="6095"/>
                      <a:pt x="576" y="6987"/>
                      <a:pt x="1537" y="7315"/>
                    </a:cubicBezTo>
                    <a:lnTo>
                      <a:pt x="4575" y="8368"/>
                    </a:lnTo>
                    <a:cubicBezTo>
                      <a:pt x="4696" y="8408"/>
                      <a:pt x="4829" y="8437"/>
                      <a:pt x="4955" y="8448"/>
                    </a:cubicBezTo>
                    <a:cubicBezTo>
                      <a:pt x="5047" y="8454"/>
                      <a:pt x="5145" y="8448"/>
                      <a:pt x="5237" y="8437"/>
                    </a:cubicBezTo>
                    <a:lnTo>
                      <a:pt x="11568" y="7597"/>
                    </a:lnTo>
                    <a:cubicBezTo>
                      <a:pt x="11723" y="7573"/>
                      <a:pt x="11832" y="7516"/>
                      <a:pt x="11832" y="7412"/>
                    </a:cubicBezTo>
                    <a:cubicBezTo>
                      <a:pt x="11832" y="7326"/>
                      <a:pt x="11740" y="7194"/>
                      <a:pt x="11585" y="71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383;p33"/>
              <p:cNvSpPr/>
              <p:nvPr/>
            </p:nvSpPr>
            <p:spPr>
              <a:xfrm>
                <a:off x="700629" y="2436189"/>
                <a:ext cx="2361445" cy="1971248"/>
              </a:xfrm>
              <a:custGeom>
                <a:avLst/>
                <a:gdLst/>
                <a:ahLst/>
                <a:cxnLst/>
                <a:rect l="l" t="t" r="r" b="b"/>
                <a:pathLst>
                  <a:path w="30761" h="25679" extrusionOk="0">
                    <a:moveTo>
                      <a:pt x="29931" y="23601"/>
                    </a:moveTo>
                    <a:lnTo>
                      <a:pt x="1474" y="25638"/>
                    </a:lnTo>
                    <a:cubicBezTo>
                      <a:pt x="881" y="25678"/>
                      <a:pt x="375" y="25178"/>
                      <a:pt x="369" y="24516"/>
                    </a:cubicBezTo>
                    <a:lnTo>
                      <a:pt x="6" y="1215"/>
                    </a:lnTo>
                    <a:cubicBezTo>
                      <a:pt x="1" y="559"/>
                      <a:pt x="570" y="12"/>
                      <a:pt x="1635" y="0"/>
                    </a:cubicBezTo>
                    <a:lnTo>
                      <a:pt x="29373" y="1059"/>
                    </a:lnTo>
                    <a:cubicBezTo>
                      <a:pt x="29834" y="1071"/>
                      <a:pt x="30219" y="1548"/>
                      <a:pt x="30236" y="2124"/>
                    </a:cubicBezTo>
                    <a:lnTo>
                      <a:pt x="30754" y="22496"/>
                    </a:lnTo>
                    <a:cubicBezTo>
                      <a:pt x="30760" y="23071"/>
                      <a:pt x="30403" y="23566"/>
                      <a:pt x="29931" y="2360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384;p33"/>
              <p:cNvSpPr/>
              <p:nvPr/>
            </p:nvSpPr>
            <p:spPr>
              <a:xfrm>
                <a:off x="754981" y="2433963"/>
                <a:ext cx="2362750" cy="1968178"/>
              </a:xfrm>
              <a:custGeom>
                <a:avLst/>
                <a:gdLst/>
                <a:ahLst/>
                <a:cxnLst/>
                <a:rect l="l" t="t" r="r" b="b"/>
                <a:pathLst>
                  <a:path w="30778" h="25639" extrusionOk="0">
                    <a:moveTo>
                      <a:pt x="29954" y="23572"/>
                    </a:moveTo>
                    <a:lnTo>
                      <a:pt x="1479" y="25592"/>
                    </a:lnTo>
                    <a:cubicBezTo>
                      <a:pt x="875" y="25638"/>
                      <a:pt x="380" y="25132"/>
                      <a:pt x="369" y="24470"/>
                    </a:cubicBezTo>
                    <a:lnTo>
                      <a:pt x="6" y="1163"/>
                    </a:lnTo>
                    <a:cubicBezTo>
                      <a:pt x="0" y="513"/>
                      <a:pt x="472" y="1"/>
                      <a:pt x="1071" y="18"/>
                    </a:cubicBezTo>
                    <a:lnTo>
                      <a:pt x="29385" y="1019"/>
                    </a:lnTo>
                    <a:cubicBezTo>
                      <a:pt x="29845" y="1036"/>
                      <a:pt x="30230" y="1520"/>
                      <a:pt x="30248" y="2084"/>
                    </a:cubicBezTo>
                    <a:lnTo>
                      <a:pt x="30766" y="22462"/>
                    </a:lnTo>
                    <a:cubicBezTo>
                      <a:pt x="30777" y="23049"/>
                      <a:pt x="30415" y="23544"/>
                      <a:pt x="29954" y="235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33"/>
              <p:cNvSpPr/>
              <p:nvPr/>
            </p:nvSpPr>
            <p:spPr>
              <a:xfrm>
                <a:off x="754059" y="2433963"/>
                <a:ext cx="2359219" cy="1751701"/>
              </a:xfrm>
              <a:custGeom>
                <a:avLst/>
                <a:gdLst/>
                <a:ahLst/>
                <a:cxnLst/>
                <a:rect l="l" t="t" r="r" b="b"/>
                <a:pathLst>
                  <a:path w="30732" h="22819" extrusionOk="0">
                    <a:moveTo>
                      <a:pt x="30732" y="21017"/>
                    </a:moveTo>
                    <a:lnTo>
                      <a:pt x="30254" y="2084"/>
                    </a:lnTo>
                    <a:cubicBezTo>
                      <a:pt x="30237" y="1508"/>
                      <a:pt x="29851" y="1036"/>
                      <a:pt x="29391" y="1019"/>
                    </a:cubicBezTo>
                    <a:lnTo>
                      <a:pt x="1077" y="18"/>
                    </a:lnTo>
                    <a:cubicBezTo>
                      <a:pt x="479" y="1"/>
                      <a:pt x="1" y="507"/>
                      <a:pt x="12" y="1163"/>
                    </a:cubicBezTo>
                    <a:lnTo>
                      <a:pt x="346" y="228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33"/>
              <p:cNvSpPr/>
              <p:nvPr/>
            </p:nvSpPr>
            <p:spPr>
              <a:xfrm>
                <a:off x="854394" y="2555025"/>
                <a:ext cx="2180274" cy="1505208"/>
              </a:xfrm>
              <a:custGeom>
                <a:avLst/>
                <a:gdLst/>
                <a:ahLst/>
                <a:cxnLst/>
                <a:rect l="l" t="t" r="r" b="b"/>
                <a:pathLst>
                  <a:path w="28401" h="19608" extrusionOk="0">
                    <a:moveTo>
                      <a:pt x="28400" y="18128"/>
                    </a:moveTo>
                    <a:lnTo>
                      <a:pt x="317" y="19607"/>
                    </a:lnTo>
                    <a:lnTo>
                      <a:pt x="0" y="0"/>
                    </a:lnTo>
                    <a:lnTo>
                      <a:pt x="27957" y="806"/>
                    </a:lnTo>
                    <a:close/>
                  </a:path>
                </a:pathLst>
              </a:custGeom>
              <a:solidFill>
                <a:srgbClr val="D1E0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33"/>
              <p:cNvSpPr/>
              <p:nvPr/>
            </p:nvSpPr>
            <p:spPr>
              <a:xfrm>
                <a:off x="861917" y="2562932"/>
                <a:ext cx="2166072" cy="1488013"/>
              </a:xfrm>
              <a:custGeom>
                <a:avLst/>
                <a:gdLst/>
                <a:ahLst/>
                <a:cxnLst/>
                <a:rect l="l" t="t" r="r" b="b"/>
                <a:pathLst>
                  <a:path w="28216" h="19384" extrusionOk="0">
                    <a:moveTo>
                      <a:pt x="317" y="19383"/>
                    </a:moveTo>
                    <a:lnTo>
                      <a:pt x="0" y="1"/>
                    </a:lnTo>
                    <a:lnTo>
                      <a:pt x="27784" y="795"/>
                    </a:lnTo>
                    <a:lnTo>
                      <a:pt x="28216" y="1792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Google Shape;388;p33"/>
              <p:cNvSpPr/>
              <p:nvPr/>
            </p:nvSpPr>
            <p:spPr>
              <a:xfrm>
                <a:off x="946285" y="2963656"/>
                <a:ext cx="1165024" cy="956952"/>
              </a:xfrm>
              <a:custGeom>
                <a:avLst/>
                <a:gdLst/>
                <a:ahLst/>
                <a:cxnLst/>
                <a:rect l="l" t="t" r="r" b="b"/>
                <a:pathLst>
                  <a:path w="15176" h="12466" extrusionOk="0">
                    <a:moveTo>
                      <a:pt x="4621" y="6308"/>
                    </a:moveTo>
                    <a:cubicBezTo>
                      <a:pt x="4621" y="6308"/>
                      <a:pt x="6123" y="12466"/>
                      <a:pt x="10647" y="12132"/>
                    </a:cubicBezTo>
                    <a:cubicBezTo>
                      <a:pt x="15176" y="11804"/>
                      <a:pt x="14698" y="478"/>
                      <a:pt x="14698" y="478"/>
                    </a:cubicBezTo>
                    <a:lnTo>
                      <a:pt x="4829" y="1"/>
                    </a:lnTo>
                    <a:cubicBezTo>
                      <a:pt x="4829" y="1"/>
                      <a:pt x="0" y="5853"/>
                      <a:pt x="892" y="7465"/>
                    </a:cubicBezTo>
                    <a:cubicBezTo>
                      <a:pt x="1784" y="9076"/>
                      <a:pt x="4621" y="6308"/>
                      <a:pt x="4621" y="6308"/>
                    </a:cubicBez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33"/>
              <p:cNvSpPr/>
              <p:nvPr/>
            </p:nvSpPr>
            <p:spPr>
              <a:xfrm>
                <a:off x="2297236" y="2111003"/>
                <a:ext cx="1038741" cy="893391"/>
              </a:xfrm>
              <a:custGeom>
                <a:avLst/>
                <a:gdLst/>
                <a:ahLst/>
                <a:cxnLst/>
                <a:rect l="l" t="t" r="r" b="b"/>
                <a:pathLst>
                  <a:path w="13531" h="11638" extrusionOk="0">
                    <a:moveTo>
                      <a:pt x="0" y="7137"/>
                    </a:moveTo>
                    <a:cubicBezTo>
                      <a:pt x="0" y="6055"/>
                      <a:pt x="547" y="5048"/>
                      <a:pt x="1445" y="4467"/>
                    </a:cubicBezTo>
                    <a:cubicBezTo>
                      <a:pt x="3827" y="2936"/>
                      <a:pt x="8834" y="1"/>
                      <a:pt x="10848" y="1042"/>
                    </a:cubicBezTo>
                    <a:cubicBezTo>
                      <a:pt x="13530" y="2435"/>
                      <a:pt x="2855" y="11637"/>
                      <a:pt x="1134" y="10348"/>
                    </a:cubicBezTo>
                    <a:cubicBezTo>
                      <a:pt x="225" y="9669"/>
                      <a:pt x="6" y="8276"/>
                      <a:pt x="0" y="713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33"/>
              <p:cNvSpPr/>
              <p:nvPr/>
            </p:nvSpPr>
            <p:spPr>
              <a:xfrm>
                <a:off x="1290433" y="2270065"/>
                <a:ext cx="1332914" cy="1718999"/>
              </a:xfrm>
              <a:custGeom>
                <a:avLst/>
                <a:gdLst/>
                <a:ahLst/>
                <a:cxnLst/>
                <a:rect l="l" t="t" r="r" b="b"/>
                <a:pathLst>
                  <a:path w="17363" h="22393" extrusionOk="0">
                    <a:moveTo>
                      <a:pt x="7890" y="21149"/>
                    </a:moveTo>
                    <a:cubicBezTo>
                      <a:pt x="2331" y="22393"/>
                      <a:pt x="0" y="12563"/>
                      <a:pt x="1577" y="5019"/>
                    </a:cubicBezTo>
                    <a:cubicBezTo>
                      <a:pt x="2049" y="2740"/>
                      <a:pt x="4080" y="1"/>
                      <a:pt x="6647" y="127"/>
                    </a:cubicBezTo>
                    <a:lnTo>
                      <a:pt x="15343" y="1140"/>
                    </a:lnTo>
                    <a:cubicBezTo>
                      <a:pt x="17322" y="2348"/>
                      <a:pt x="17363" y="5353"/>
                      <a:pt x="16747" y="8546"/>
                    </a:cubicBezTo>
                    <a:cubicBezTo>
                      <a:pt x="15768" y="13657"/>
                      <a:pt x="12695" y="20068"/>
                      <a:pt x="7890" y="2114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33"/>
              <p:cNvSpPr/>
              <p:nvPr/>
            </p:nvSpPr>
            <p:spPr>
              <a:xfrm>
                <a:off x="1638956" y="2397268"/>
                <a:ext cx="933109" cy="1358510"/>
              </a:xfrm>
              <a:custGeom>
                <a:avLst/>
                <a:gdLst/>
                <a:ahLst/>
                <a:cxnLst/>
                <a:rect l="l" t="t" r="r" b="b"/>
                <a:pathLst>
                  <a:path w="12155" h="17697" extrusionOk="0">
                    <a:moveTo>
                      <a:pt x="10354" y="628"/>
                    </a:moveTo>
                    <a:cubicBezTo>
                      <a:pt x="9358" y="1313"/>
                      <a:pt x="3005" y="2602"/>
                      <a:pt x="156" y="881"/>
                    </a:cubicBezTo>
                    <a:cubicBezTo>
                      <a:pt x="1" y="2199"/>
                      <a:pt x="1261" y="5198"/>
                      <a:pt x="1854" y="8052"/>
                    </a:cubicBezTo>
                    <a:cubicBezTo>
                      <a:pt x="2775" y="12426"/>
                      <a:pt x="4864" y="17697"/>
                      <a:pt x="6630" y="16114"/>
                    </a:cubicBezTo>
                    <a:cubicBezTo>
                      <a:pt x="10072" y="13036"/>
                      <a:pt x="11608" y="7770"/>
                      <a:pt x="11908" y="4616"/>
                    </a:cubicBezTo>
                    <a:cubicBezTo>
                      <a:pt x="12155" y="1923"/>
                      <a:pt x="11263" y="1"/>
                      <a:pt x="10354" y="628"/>
                    </a:cubicBez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33"/>
              <p:cNvSpPr/>
              <p:nvPr/>
            </p:nvSpPr>
            <p:spPr>
              <a:xfrm>
                <a:off x="1597121" y="2215241"/>
                <a:ext cx="891876" cy="343381"/>
              </a:xfrm>
              <a:custGeom>
                <a:avLst/>
                <a:gdLst/>
                <a:ahLst/>
                <a:cxnLst/>
                <a:rect l="l" t="t" r="r" b="b"/>
                <a:pathLst>
                  <a:path w="13237" h="4473" extrusionOk="0">
                    <a:moveTo>
                      <a:pt x="13237" y="2539"/>
                    </a:moveTo>
                    <a:cubicBezTo>
                      <a:pt x="13237" y="3609"/>
                      <a:pt x="10676" y="4472"/>
                      <a:pt x="7229" y="4467"/>
                    </a:cubicBezTo>
                    <a:cubicBezTo>
                      <a:pt x="3407" y="4461"/>
                      <a:pt x="1" y="3408"/>
                      <a:pt x="1" y="2124"/>
                    </a:cubicBezTo>
                    <a:cubicBezTo>
                      <a:pt x="1" y="835"/>
                      <a:pt x="3407" y="1"/>
                      <a:pt x="7229" y="231"/>
                    </a:cubicBezTo>
                    <a:cubicBezTo>
                      <a:pt x="10676" y="438"/>
                      <a:pt x="13237" y="1468"/>
                      <a:pt x="13237" y="253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Google Shape;393;p33"/>
              <p:cNvSpPr/>
              <p:nvPr/>
            </p:nvSpPr>
            <p:spPr>
              <a:xfrm>
                <a:off x="1464925" y="1398911"/>
                <a:ext cx="1239718" cy="1054521"/>
              </a:xfrm>
              <a:custGeom>
                <a:avLst/>
                <a:gdLst/>
                <a:ahLst/>
                <a:cxnLst/>
                <a:rect l="l" t="t" r="r" b="b"/>
                <a:pathLst>
                  <a:path w="16149" h="13737" extrusionOk="0">
                    <a:moveTo>
                      <a:pt x="16148" y="8074"/>
                    </a:moveTo>
                    <a:cubicBezTo>
                      <a:pt x="16148" y="11233"/>
                      <a:pt x="13127" y="13737"/>
                      <a:pt x="8978" y="13656"/>
                    </a:cubicBezTo>
                    <a:cubicBezTo>
                      <a:pt x="4282" y="13570"/>
                      <a:pt x="0" y="10272"/>
                      <a:pt x="0" y="6319"/>
                    </a:cubicBezTo>
                    <a:cubicBezTo>
                      <a:pt x="0" y="2359"/>
                      <a:pt x="4288" y="0"/>
                      <a:pt x="8978" y="927"/>
                    </a:cubicBezTo>
                    <a:cubicBezTo>
                      <a:pt x="13121" y="1755"/>
                      <a:pt x="16148" y="4915"/>
                      <a:pt x="16148" y="807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33"/>
              <p:cNvSpPr/>
              <p:nvPr/>
            </p:nvSpPr>
            <p:spPr>
              <a:xfrm>
                <a:off x="1566948" y="1676347"/>
                <a:ext cx="1070523" cy="622487"/>
              </a:xfrm>
              <a:custGeom>
                <a:avLst/>
                <a:gdLst/>
                <a:ahLst/>
                <a:cxnLst/>
                <a:rect l="l" t="t" r="r" b="b"/>
                <a:pathLst>
                  <a:path w="13945" h="8109" extrusionOk="0">
                    <a:moveTo>
                      <a:pt x="12241" y="1634"/>
                    </a:moveTo>
                    <a:lnTo>
                      <a:pt x="2372" y="184"/>
                    </a:lnTo>
                    <a:cubicBezTo>
                      <a:pt x="1083" y="0"/>
                      <a:pt x="1" y="875"/>
                      <a:pt x="1" y="2158"/>
                    </a:cubicBezTo>
                    <a:lnTo>
                      <a:pt x="1" y="3205"/>
                    </a:lnTo>
                    <a:cubicBezTo>
                      <a:pt x="1" y="4489"/>
                      <a:pt x="1083" y="5611"/>
                      <a:pt x="2372" y="5703"/>
                    </a:cubicBezTo>
                    <a:lnTo>
                      <a:pt x="2832" y="5738"/>
                    </a:lnTo>
                    <a:cubicBezTo>
                      <a:pt x="3644" y="5795"/>
                      <a:pt x="4392" y="6209"/>
                      <a:pt x="4875" y="6825"/>
                    </a:cubicBezTo>
                    <a:cubicBezTo>
                      <a:pt x="5405" y="7510"/>
                      <a:pt x="6463" y="8005"/>
                      <a:pt x="7643" y="8057"/>
                    </a:cubicBezTo>
                    <a:cubicBezTo>
                      <a:pt x="8788" y="8109"/>
                      <a:pt x="9744" y="7740"/>
                      <a:pt x="10210" y="7159"/>
                    </a:cubicBezTo>
                    <a:cubicBezTo>
                      <a:pt x="10618" y="6641"/>
                      <a:pt x="11240" y="6365"/>
                      <a:pt x="11879" y="6417"/>
                    </a:cubicBezTo>
                    <a:lnTo>
                      <a:pt x="12230" y="6445"/>
                    </a:lnTo>
                    <a:cubicBezTo>
                      <a:pt x="13179" y="6514"/>
                      <a:pt x="13927" y="5720"/>
                      <a:pt x="13927" y="4661"/>
                    </a:cubicBezTo>
                    <a:lnTo>
                      <a:pt x="13927" y="3798"/>
                    </a:lnTo>
                    <a:cubicBezTo>
                      <a:pt x="13945" y="2739"/>
                      <a:pt x="13191" y="1767"/>
                      <a:pt x="12241" y="1634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33"/>
              <p:cNvSpPr/>
              <p:nvPr/>
            </p:nvSpPr>
            <p:spPr>
              <a:xfrm>
                <a:off x="1659760" y="1744209"/>
                <a:ext cx="912305" cy="381906"/>
              </a:xfrm>
              <a:custGeom>
                <a:avLst/>
                <a:gdLst/>
                <a:ahLst/>
                <a:cxnLst/>
                <a:rect l="l" t="t" r="r" b="b"/>
                <a:pathLst>
                  <a:path w="11884" h="4975" extrusionOk="0">
                    <a:moveTo>
                      <a:pt x="1663" y="1"/>
                    </a:moveTo>
                    <a:cubicBezTo>
                      <a:pt x="732" y="1"/>
                      <a:pt x="0" y="655"/>
                      <a:pt x="0" y="1568"/>
                    </a:cubicBezTo>
                    <a:lnTo>
                      <a:pt x="0" y="2298"/>
                    </a:lnTo>
                    <a:cubicBezTo>
                      <a:pt x="0" y="3300"/>
                      <a:pt x="881" y="4186"/>
                      <a:pt x="1940" y="4272"/>
                    </a:cubicBezTo>
                    <a:lnTo>
                      <a:pt x="10428" y="4969"/>
                    </a:lnTo>
                    <a:cubicBezTo>
                      <a:pt x="10471" y="4973"/>
                      <a:pt x="10514" y="4975"/>
                      <a:pt x="10557" y="4975"/>
                    </a:cubicBezTo>
                    <a:cubicBezTo>
                      <a:pt x="11306" y="4975"/>
                      <a:pt x="11884" y="4359"/>
                      <a:pt x="11878" y="3553"/>
                    </a:cubicBezTo>
                    <a:lnTo>
                      <a:pt x="11878" y="2931"/>
                    </a:lnTo>
                    <a:cubicBezTo>
                      <a:pt x="11878" y="2091"/>
                      <a:pt x="11239" y="1314"/>
                      <a:pt x="10428" y="1199"/>
                    </a:cubicBezTo>
                    <a:lnTo>
                      <a:pt x="1940" y="20"/>
                    </a:lnTo>
                    <a:cubicBezTo>
                      <a:pt x="1846" y="7"/>
                      <a:pt x="1753" y="1"/>
                      <a:pt x="1663" y="1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33"/>
              <p:cNvSpPr/>
              <p:nvPr/>
            </p:nvSpPr>
            <p:spPr>
              <a:xfrm>
                <a:off x="1869181" y="1868649"/>
                <a:ext cx="542977" cy="150920"/>
              </a:xfrm>
              <a:custGeom>
                <a:avLst/>
                <a:gdLst/>
                <a:ahLst/>
                <a:cxnLst/>
                <a:rect l="l" t="t" r="r" b="b"/>
                <a:pathLst>
                  <a:path w="7073" h="1966" extrusionOk="0">
                    <a:moveTo>
                      <a:pt x="816" y="1"/>
                    </a:moveTo>
                    <a:cubicBezTo>
                      <a:pt x="355" y="1"/>
                      <a:pt x="0" y="251"/>
                      <a:pt x="0" y="608"/>
                    </a:cubicBezTo>
                    <a:cubicBezTo>
                      <a:pt x="0" y="1005"/>
                      <a:pt x="437" y="1368"/>
                      <a:pt x="973" y="1420"/>
                    </a:cubicBezTo>
                    <a:cubicBezTo>
                      <a:pt x="1020" y="1425"/>
                      <a:pt x="1067" y="1428"/>
                      <a:pt x="1112" y="1428"/>
                    </a:cubicBezTo>
                    <a:cubicBezTo>
                      <a:pt x="1570" y="1428"/>
                      <a:pt x="1922" y="1173"/>
                      <a:pt x="1922" y="827"/>
                    </a:cubicBezTo>
                    <a:cubicBezTo>
                      <a:pt x="1922" y="442"/>
                      <a:pt x="1502" y="85"/>
                      <a:pt x="973" y="10"/>
                    </a:cubicBezTo>
                    <a:cubicBezTo>
                      <a:pt x="919" y="4"/>
                      <a:pt x="867" y="1"/>
                      <a:pt x="816" y="1"/>
                    </a:cubicBezTo>
                    <a:close/>
                    <a:moveTo>
                      <a:pt x="6129" y="642"/>
                    </a:moveTo>
                    <a:cubicBezTo>
                      <a:pt x="5726" y="642"/>
                      <a:pt x="5415" y="877"/>
                      <a:pt x="5415" y="1213"/>
                    </a:cubicBezTo>
                    <a:cubicBezTo>
                      <a:pt x="5415" y="1581"/>
                      <a:pt x="5789" y="1909"/>
                      <a:pt x="6250" y="1961"/>
                    </a:cubicBezTo>
                    <a:cubicBezTo>
                      <a:pt x="6282" y="1964"/>
                      <a:pt x="6314" y="1965"/>
                      <a:pt x="6346" y="1965"/>
                    </a:cubicBezTo>
                    <a:cubicBezTo>
                      <a:pt x="6755" y="1965"/>
                      <a:pt x="7073" y="1728"/>
                      <a:pt x="7073" y="1403"/>
                    </a:cubicBezTo>
                    <a:cubicBezTo>
                      <a:pt x="7067" y="1040"/>
                      <a:pt x="6704" y="712"/>
                      <a:pt x="6250" y="649"/>
                    </a:cubicBezTo>
                    <a:cubicBezTo>
                      <a:pt x="6209" y="644"/>
                      <a:pt x="6169" y="642"/>
                      <a:pt x="6129" y="64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33"/>
              <p:cNvSpPr/>
              <p:nvPr/>
            </p:nvSpPr>
            <p:spPr>
              <a:xfrm>
                <a:off x="1638572" y="1464239"/>
                <a:ext cx="1018781" cy="568215"/>
              </a:xfrm>
              <a:custGeom>
                <a:avLst/>
                <a:gdLst/>
                <a:ahLst/>
                <a:cxnLst/>
                <a:rect l="l" t="t" r="r" b="b"/>
                <a:pathLst>
                  <a:path w="13271" h="7402" extrusionOk="0">
                    <a:moveTo>
                      <a:pt x="6768" y="524"/>
                    </a:moveTo>
                    <a:cubicBezTo>
                      <a:pt x="4028" y="1"/>
                      <a:pt x="1456" y="732"/>
                      <a:pt x="0" y="2337"/>
                    </a:cubicBezTo>
                    <a:cubicBezTo>
                      <a:pt x="414" y="3655"/>
                      <a:pt x="2503" y="5497"/>
                      <a:pt x="5812" y="6486"/>
                    </a:cubicBezTo>
                    <a:cubicBezTo>
                      <a:pt x="8839" y="7401"/>
                      <a:pt x="10934" y="7355"/>
                      <a:pt x="13271" y="6964"/>
                    </a:cubicBezTo>
                    <a:cubicBezTo>
                      <a:pt x="13271" y="4092"/>
                      <a:pt x="10514" y="1244"/>
                      <a:pt x="6768" y="524"/>
                    </a:cubicBez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33"/>
              <p:cNvSpPr/>
              <p:nvPr/>
            </p:nvSpPr>
            <p:spPr>
              <a:xfrm>
                <a:off x="1435753" y="1242075"/>
                <a:ext cx="1302054" cy="651197"/>
              </a:xfrm>
              <a:custGeom>
                <a:avLst/>
                <a:gdLst/>
                <a:ahLst/>
                <a:cxnLst/>
                <a:rect l="l" t="t" r="r" b="b"/>
                <a:pathLst>
                  <a:path w="16961" h="8483" extrusionOk="0">
                    <a:moveTo>
                      <a:pt x="16960" y="8483"/>
                    </a:moveTo>
                    <a:lnTo>
                      <a:pt x="16442" y="8414"/>
                    </a:lnTo>
                    <a:cubicBezTo>
                      <a:pt x="16442" y="5594"/>
                      <a:pt x="13501" y="2659"/>
                      <a:pt x="9496" y="1778"/>
                    </a:cubicBezTo>
                    <a:cubicBezTo>
                      <a:pt x="4961" y="788"/>
                      <a:pt x="818" y="2745"/>
                      <a:pt x="818" y="6267"/>
                    </a:cubicBezTo>
                    <a:lnTo>
                      <a:pt x="1" y="6152"/>
                    </a:lnTo>
                    <a:cubicBezTo>
                      <a:pt x="1" y="2187"/>
                      <a:pt x="4558" y="0"/>
                      <a:pt x="9496" y="1122"/>
                    </a:cubicBezTo>
                    <a:cubicBezTo>
                      <a:pt x="13818" y="2118"/>
                      <a:pt x="16960" y="5369"/>
                      <a:pt x="16960" y="848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33"/>
              <p:cNvSpPr/>
              <p:nvPr/>
            </p:nvSpPr>
            <p:spPr>
              <a:xfrm>
                <a:off x="2731048" y="1636121"/>
                <a:ext cx="31014" cy="285412"/>
              </a:xfrm>
              <a:custGeom>
                <a:avLst/>
                <a:gdLst/>
                <a:ahLst/>
                <a:cxnLst/>
                <a:rect l="l" t="t" r="r" b="b"/>
                <a:pathLst>
                  <a:path w="404" h="3718" extrusionOk="0">
                    <a:moveTo>
                      <a:pt x="202" y="3701"/>
                    </a:moveTo>
                    <a:lnTo>
                      <a:pt x="202" y="3701"/>
                    </a:lnTo>
                    <a:cubicBezTo>
                      <a:pt x="99" y="3689"/>
                      <a:pt x="1" y="3580"/>
                      <a:pt x="1" y="3453"/>
                    </a:cubicBezTo>
                    <a:lnTo>
                      <a:pt x="1" y="208"/>
                    </a:lnTo>
                    <a:cubicBezTo>
                      <a:pt x="1" y="87"/>
                      <a:pt x="87" y="0"/>
                      <a:pt x="202" y="18"/>
                    </a:cubicBezTo>
                    <a:lnTo>
                      <a:pt x="202" y="18"/>
                    </a:lnTo>
                    <a:cubicBezTo>
                      <a:pt x="311" y="41"/>
                      <a:pt x="404" y="156"/>
                      <a:pt x="404" y="277"/>
                    </a:cubicBezTo>
                    <a:lnTo>
                      <a:pt x="404" y="3511"/>
                    </a:lnTo>
                    <a:cubicBezTo>
                      <a:pt x="404" y="3626"/>
                      <a:pt x="311" y="3718"/>
                      <a:pt x="202" y="37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Google Shape;400;p33"/>
              <p:cNvSpPr/>
              <p:nvPr/>
            </p:nvSpPr>
            <p:spPr>
              <a:xfrm>
                <a:off x="2356884" y="2088971"/>
                <a:ext cx="391898" cy="288483"/>
              </a:xfrm>
              <a:custGeom>
                <a:avLst/>
                <a:gdLst/>
                <a:ahLst/>
                <a:cxnLst/>
                <a:rect l="l" t="t" r="r" b="b"/>
                <a:pathLst>
                  <a:path w="5105" h="3758" extrusionOk="0">
                    <a:moveTo>
                      <a:pt x="259" y="3758"/>
                    </a:moveTo>
                    <a:cubicBezTo>
                      <a:pt x="127" y="3752"/>
                      <a:pt x="12" y="3643"/>
                      <a:pt x="6" y="3499"/>
                    </a:cubicBezTo>
                    <a:cubicBezTo>
                      <a:pt x="0" y="3355"/>
                      <a:pt x="110" y="3234"/>
                      <a:pt x="242" y="3234"/>
                    </a:cubicBezTo>
                    <a:cubicBezTo>
                      <a:pt x="4155" y="3177"/>
                      <a:pt x="4633" y="328"/>
                      <a:pt x="4656" y="207"/>
                    </a:cubicBezTo>
                    <a:cubicBezTo>
                      <a:pt x="4673" y="75"/>
                      <a:pt x="4783" y="0"/>
                      <a:pt x="4903" y="29"/>
                    </a:cubicBezTo>
                    <a:cubicBezTo>
                      <a:pt x="5019" y="63"/>
                      <a:pt x="5105" y="190"/>
                      <a:pt x="5088" y="322"/>
                    </a:cubicBezTo>
                    <a:cubicBezTo>
                      <a:pt x="5076" y="357"/>
                      <a:pt x="4547" y="3660"/>
                      <a:pt x="271" y="3752"/>
                    </a:cubicBezTo>
                    <a:cubicBezTo>
                      <a:pt x="265" y="3758"/>
                      <a:pt x="265" y="3758"/>
                      <a:pt x="259" y="37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33"/>
              <p:cNvSpPr/>
              <p:nvPr/>
            </p:nvSpPr>
            <p:spPr>
              <a:xfrm>
                <a:off x="2671016" y="1833566"/>
                <a:ext cx="141406" cy="306676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3995" extrusionOk="0">
                    <a:moveTo>
                      <a:pt x="1209" y="3972"/>
                    </a:moveTo>
                    <a:lnTo>
                      <a:pt x="345" y="3903"/>
                    </a:lnTo>
                    <a:cubicBezTo>
                      <a:pt x="161" y="3885"/>
                      <a:pt x="259" y="3822"/>
                      <a:pt x="259" y="3621"/>
                    </a:cubicBezTo>
                    <a:cubicBezTo>
                      <a:pt x="259" y="3621"/>
                      <a:pt x="691" y="1837"/>
                      <a:pt x="0" y="306"/>
                    </a:cubicBezTo>
                    <a:cubicBezTo>
                      <a:pt x="0" y="133"/>
                      <a:pt x="52" y="35"/>
                      <a:pt x="150" y="1"/>
                    </a:cubicBezTo>
                    <a:lnTo>
                      <a:pt x="1209" y="81"/>
                    </a:lnTo>
                    <a:cubicBezTo>
                      <a:pt x="1387" y="110"/>
                      <a:pt x="1491" y="294"/>
                      <a:pt x="1531" y="490"/>
                    </a:cubicBezTo>
                    <a:cubicBezTo>
                      <a:pt x="1813" y="1693"/>
                      <a:pt x="1842" y="2809"/>
                      <a:pt x="1531" y="3644"/>
                    </a:cubicBezTo>
                    <a:cubicBezTo>
                      <a:pt x="1462" y="3828"/>
                      <a:pt x="1387" y="3995"/>
                      <a:pt x="1209" y="397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33"/>
              <p:cNvSpPr/>
              <p:nvPr/>
            </p:nvSpPr>
            <p:spPr>
              <a:xfrm>
                <a:off x="2282650" y="2306759"/>
                <a:ext cx="140561" cy="98566"/>
              </a:xfrm>
              <a:custGeom>
                <a:avLst/>
                <a:gdLst/>
                <a:ahLst/>
                <a:cxnLst/>
                <a:rect l="l" t="t" r="r" b="b"/>
                <a:pathLst>
                  <a:path w="1831" h="1284" extrusionOk="0">
                    <a:moveTo>
                      <a:pt x="1" y="616"/>
                    </a:moveTo>
                    <a:lnTo>
                      <a:pt x="1" y="616"/>
                    </a:lnTo>
                    <a:cubicBezTo>
                      <a:pt x="1" y="271"/>
                      <a:pt x="277" y="0"/>
                      <a:pt x="605" y="23"/>
                    </a:cubicBezTo>
                    <a:lnTo>
                      <a:pt x="1249" y="52"/>
                    </a:lnTo>
                    <a:cubicBezTo>
                      <a:pt x="1572" y="69"/>
                      <a:pt x="1831" y="345"/>
                      <a:pt x="1831" y="685"/>
                    </a:cubicBezTo>
                    <a:lnTo>
                      <a:pt x="1831" y="685"/>
                    </a:lnTo>
                    <a:cubicBezTo>
                      <a:pt x="1831" y="1019"/>
                      <a:pt x="1572" y="1283"/>
                      <a:pt x="1249" y="1278"/>
                    </a:cubicBezTo>
                    <a:lnTo>
                      <a:pt x="605" y="1260"/>
                    </a:lnTo>
                    <a:cubicBezTo>
                      <a:pt x="271" y="1249"/>
                      <a:pt x="1" y="961"/>
                      <a:pt x="1" y="6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33"/>
              <p:cNvSpPr/>
              <p:nvPr/>
            </p:nvSpPr>
            <p:spPr>
              <a:xfrm>
                <a:off x="1327972" y="1655083"/>
                <a:ext cx="269147" cy="433953"/>
              </a:xfrm>
              <a:custGeom>
                <a:avLst/>
                <a:gdLst/>
                <a:ahLst/>
                <a:cxnLst/>
                <a:rect l="l" t="t" r="r" b="b"/>
                <a:pathLst>
                  <a:path w="3506" h="5653" extrusionOk="0">
                    <a:moveTo>
                      <a:pt x="3355" y="3080"/>
                    </a:moveTo>
                    <a:cubicBezTo>
                      <a:pt x="3212" y="4570"/>
                      <a:pt x="2492" y="5652"/>
                      <a:pt x="1733" y="5635"/>
                    </a:cubicBezTo>
                    <a:cubicBezTo>
                      <a:pt x="1232" y="5629"/>
                      <a:pt x="426" y="5635"/>
                      <a:pt x="426" y="5635"/>
                    </a:cubicBezTo>
                    <a:cubicBezTo>
                      <a:pt x="0" y="5169"/>
                      <a:pt x="541" y="3903"/>
                      <a:pt x="651" y="2815"/>
                    </a:cubicBezTo>
                    <a:cubicBezTo>
                      <a:pt x="754" y="1739"/>
                      <a:pt x="162" y="335"/>
                      <a:pt x="979" y="1"/>
                    </a:cubicBezTo>
                    <a:cubicBezTo>
                      <a:pt x="979" y="1"/>
                      <a:pt x="1876" y="139"/>
                      <a:pt x="2268" y="260"/>
                    </a:cubicBezTo>
                    <a:cubicBezTo>
                      <a:pt x="2987" y="473"/>
                      <a:pt x="3505" y="1595"/>
                      <a:pt x="3355" y="308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33"/>
              <p:cNvSpPr/>
              <p:nvPr/>
            </p:nvSpPr>
            <p:spPr>
              <a:xfrm>
                <a:off x="1266558" y="1649786"/>
                <a:ext cx="231147" cy="443625"/>
              </a:xfrm>
              <a:custGeom>
                <a:avLst/>
                <a:gdLst/>
                <a:ahLst/>
                <a:cxnLst/>
                <a:rect l="l" t="t" r="r" b="b"/>
                <a:pathLst>
                  <a:path w="3011" h="5779" extrusionOk="0">
                    <a:moveTo>
                      <a:pt x="2861" y="3022"/>
                    </a:moveTo>
                    <a:cubicBezTo>
                      <a:pt x="2705" y="4576"/>
                      <a:pt x="1974" y="5779"/>
                      <a:pt x="1232" y="5704"/>
                    </a:cubicBezTo>
                    <a:cubicBezTo>
                      <a:pt x="484" y="5635"/>
                      <a:pt x="0" y="4311"/>
                      <a:pt x="162" y="2757"/>
                    </a:cubicBezTo>
                    <a:cubicBezTo>
                      <a:pt x="311" y="1204"/>
                      <a:pt x="1048" y="1"/>
                      <a:pt x="1784" y="70"/>
                    </a:cubicBezTo>
                    <a:cubicBezTo>
                      <a:pt x="2527" y="145"/>
                      <a:pt x="3010" y="1462"/>
                      <a:pt x="2861" y="30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33"/>
              <p:cNvSpPr/>
              <p:nvPr/>
            </p:nvSpPr>
            <p:spPr>
              <a:xfrm>
                <a:off x="936535" y="2478564"/>
                <a:ext cx="957444" cy="1122611"/>
              </a:xfrm>
              <a:custGeom>
                <a:avLst/>
                <a:gdLst/>
                <a:ahLst/>
                <a:cxnLst/>
                <a:rect l="l" t="t" r="r" b="b"/>
                <a:pathLst>
                  <a:path w="12472" h="14624" extrusionOk="0">
                    <a:moveTo>
                      <a:pt x="7908" y="47"/>
                    </a:moveTo>
                    <a:cubicBezTo>
                      <a:pt x="6774" y="1"/>
                      <a:pt x="5698" y="565"/>
                      <a:pt x="5042" y="1520"/>
                    </a:cubicBezTo>
                    <a:cubicBezTo>
                      <a:pt x="3321" y="4052"/>
                      <a:pt x="1" y="9404"/>
                      <a:pt x="990" y="11643"/>
                    </a:cubicBezTo>
                    <a:cubicBezTo>
                      <a:pt x="2314" y="14624"/>
                      <a:pt x="12471" y="3333"/>
                      <a:pt x="11211" y="1405"/>
                    </a:cubicBezTo>
                    <a:cubicBezTo>
                      <a:pt x="10543" y="381"/>
                      <a:pt x="9105" y="93"/>
                      <a:pt x="7908" y="4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33"/>
              <p:cNvSpPr/>
              <p:nvPr/>
            </p:nvSpPr>
            <p:spPr>
              <a:xfrm>
                <a:off x="2974297" y="4595200"/>
                <a:ext cx="715241" cy="165725"/>
              </a:xfrm>
              <a:custGeom>
                <a:avLst/>
                <a:gdLst/>
                <a:ahLst/>
                <a:cxnLst/>
                <a:rect l="l" t="t" r="r" b="b"/>
                <a:pathLst>
                  <a:path w="18704" h="2159" extrusionOk="0">
                    <a:moveTo>
                      <a:pt x="18704" y="1082"/>
                    </a:moveTo>
                    <a:cubicBezTo>
                      <a:pt x="18704" y="1675"/>
                      <a:pt x="14520" y="2158"/>
                      <a:pt x="9352" y="2158"/>
                    </a:cubicBezTo>
                    <a:cubicBezTo>
                      <a:pt x="4190" y="2158"/>
                      <a:pt x="1" y="1675"/>
                      <a:pt x="1" y="1082"/>
                    </a:cubicBezTo>
                    <a:cubicBezTo>
                      <a:pt x="1" y="484"/>
                      <a:pt x="4190" y="0"/>
                      <a:pt x="9352" y="0"/>
                    </a:cubicBezTo>
                    <a:cubicBezTo>
                      <a:pt x="14520" y="0"/>
                      <a:pt x="18704" y="484"/>
                      <a:pt x="18704" y="1082"/>
                    </a:cubicBezTo>
                    <a:close/>
                  </a:path>
                </a:pathLst>
              </a:custGeom>
              <a:solidFill>
                <a:srgbClr val="134F5C">
                  <a:alpha val="327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33"/>
              <p:cNvSpPr/>
              <p:nvPr/>
            </p:nvSpPr>
            <p:spPr>
              <a:xfrm>
                <a:off x="3386257" y="3189429"/>
                <a:ext cx="41992" cy="47364"/>
              </a:xfrm>
              <a:custGeom>
                <a:avLst/>
                <a:gdLst/>
                <a:ahLst/>
                <a:cxnLst/>
                <a:rect l="l" t="t" r="r" b="b"/>
                <a:pathLst>
                  <a:path w="547" h="617" extrusionOk="0">
                    <a:moveTo>
                      <a:pt x="0" y="311"/>
                    </a:moveTo>
                    <a:cubicBezTo>
                      <a:pt x="0" y="484"/>
                      <a:pt x="121" y="616"/>
                      <a:pt x="271" y="616"/>
                    </a:cubicBezTo>
                    <a:cubicBezTo>
                      <a:pt x="426" y="616"/>
                      <a:pt x="547" y="484"/>
                      <a:pt x="547" y="311"/>
                    </a:cubicBezTo>
                    <a:cubicBezTo>
                      <a:pt x="547" y="138"/>
                      <a:pt x="426" y="0"/>
                      <a:pt x="271" y="0"/>
                    </a:cubicBezTo>
                    <a:cubicBezTo>
                      <a:pt x="121" y="0"/>
                      <a:pt x="0" y="138"/>
                      <a:pt x="0" y="311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33"/>
              <p:cNvSpPr/>
              <p:nvPr/>
            </p:nvSpPr>
            <p:spPr>
              <a:xfrm>
                <a:off x="3298282" y="3187203"/>
                <a:ext cx="108780" cy="291170"/>
              </a:xfrm>
              <a:custGeom>
                <a:avLst/>
                <a:gdLst/>
                <a:ahLst/>
                <a:cxnLst/>
                <a:rect l="l" t="t" r="r" b="b"/>
                <a:pathLst>
                  <a:path w="1417" h="3793" extrusionOk="0">
                    <a:moveTo>
                      <a:pt x="1" y="1951"/>
                    </a:moveTo>
                    <a:cubicBezTo>
                      <a:pt x="1" y="1951"/>
                      <a:pt x="122" y="3684"/>
                      <a:pt x="496" y="3718"/>
                    </a:cubicBezTo>
                    <a:cubicBezTo>
                      <a:pt x="1215" y="3793"/>
                      <a:pt x="1417" y="1951"/>
                      <a:pt x="1417" y="1951"/>
                    </a:cubicBezTo>
                    <a:lnTo>
                      <a:pt x="1417" y="1"/>
                    </a:lnTo>
                    <a:lnTo>
                      <a:pt x="1" y="1"/>
                    </a:lnTo>
                    <a:lnTo>
                      <a:pt x="1" y="1951"/>
                    </a:ln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33"/>
              <p:cNvSpPr/>
              <p:nvPr/>
            </p:nvSpPr>
            <p:spPr>
              <a:xfrm>
                <a:off x="3298282" y="3185897"/>
                <a:ext cx="109701" cy="129963"/>
              </a:xfrm>
              <a:custGeom>
                <a:avLst/>
                <a:gdLst/>
                <a:ahLst/>
                <a:cxnLst/>
                <a:rect l="l" t="t" r="r" b="b"/>
                <a:pathLst>
                  <a:path w="1429" h="1693" extrusionOk="0">
                    <a:moveTo>
                      <a:pt x="398" y="1692"/>
                    </a:moveTo>
                    <a:lnTo>
                      <a:pt x="398" y="1692"/>
                    </a:lnTo>
                    <a:cubicBezTo>
                      <a:pt x="254" y="1692"/>
                      <a:pt x="122" y="1663"/>
                      <a:pt x="1" y="1606"/>
                    </a:cubicBezTo>
                    <a:lnTo>
                      <a:pt x="1" y="0"/>
                    </a:lnTo>
                    <a:lnTo>
                      <a:pt x="1417" y="0"/>
                    </a:lnTo>
                    <a:lnTo>
                      <a:pt x="1417" y="645"/>
                    </a:lnTo>
                    <a:cubicBezTo>
                      <a:pt x="1428" y="1226"/>
                      <a:pt x="956" y="1692"/>
                      <a:pt x="398" y="1692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33"/>
              <p:cNvSpPr/>
              <p:nvPr/>
            </p:nvSpPr>
            <p:spPr>
              <a:xfrm>
                <a:off x="3254140" y="3084258"/>
                <a:ext cx="153842" cy="216554"/>
              </a:xfrm>
              <a:custGeom>
                <a:avLst/>
                <a:gdLst/>
                <a:ahLst/>
                <a:cxnLst/>
                <a:rect l="l" t="t" r="r" b="b"/>
                <a:pathLst>
                  <a:path w="2004" h="2821" extrusionOk="0">
                    <a:moveTo>
                      <a:pt x="973" y="2821"/>
                    </a:moveTo>
                    <a:lnTo>
                      <a:pt x="973" y="2821"/>
                    </a:lnTo>
                    <a:cubicBezTo>
                      <a:pt x="1531" y="2821"/>
                      <a:pt x="2003" y="2349"/>
                      <a:pt x="2003" y="1779"/>
                    </a:cubicBezTo>
                    <a:lnTo>
                      <a:pt x="2003" y="944"/>
                    </a:lnTo>
                    <a:cubicBezTo>
                      <a:pt x="2003" y="403"/>
                      <a:pt x="1560" y="1"/>
                      <a:pt x="1031" y="29"/>
                    </a:cubicBezTo>
                    <a:lnTo>
                      <a:pt x="1031" y="29"/>
                    </a:lnTo>
                    <a:cubicBezTo>
                      <a:pt x="513" y="58"/>
                      <a:pt x="81" y="490"/>
                      <a:pt x="58" y="1008"/>
                    </a:cubicBezTo>
                    <a:lnTo>
                      <a:pt x="23" y="1813"/>
                    </a:lnTo>
                    <a:cubicBezTo>
                      <a:pt x="0" y="2372"/>
                      <a:pt x="421" y="2821"/>
                      <a:pt x="973" y="2821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33"/>
              <p:cNvSpPr/>
              <p:nvPr/>
            </p:nvSpPr>
            <p:spPr>
              <a:xfrm>
                <a:off x="3247538" y="3022844"/>
                <a:ext cx="193531" cy="195367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2545" extrusionOk="0">
                    <a:moveTo>
                      <a:pt x="1473" y="1405"/>
                    </a:moveTo>
                    <a:cubicBezTo>
                      <a:pt x="1560" y="1319"/>
                      <a:pt x="1801" y="1911"/>
                      <a:pt x="1893" y="2055"/>
                    </a:cubicBezTo>
                    <a:cubicBezTo>
                      <a:pt x="1986" y="2199"/>
                      <a:pt x="1957" y="2544"/>
                      <a:pt x="1957" y="2544"/>
                    </a:cubicBezTo>
                    <a:lnTo>
                      <a:pt x="2089" y="2544"/>
                    </a:lnTo>
                    <a:lnTo>
                      <a:pt x="2089" y="2170"/>
                    </a:lnTo>
                    <a:cubicBezTo>
                      <a:pt x="2089" y="2170"/>
                      <a:pt x="2181" y="2147"/>
                      <a:pt x="2250" y="2228"/>
                    </a:cubicBezTo>
                    <a:cubicBezTo>
                      <a:pt x="2250" y="2228"/>
                      <a:pt x="2521" y="1652"/>
                      <a:pt x="2452" y="1336"/>
                    </a:cubicBezTo>
                    <a:cubicBezTo>
                      <a:pt x="2377" y="904"/>
                      <a:pt x="2262" y="893"/>
                      <a:pt x="2106" y="617"/>
                    </a:cubicBezTo>
                    <a:cubicBezTo>
                      <a:pt x="1784" y="24"/>
                      <a:pt x="6" y="1"/>
                      <a:pt x="6" y="1687"/>
                    </a:cubicBezTo>
                    <a:cubicBezTo>
                      <a:pt x="0" y="1693"/>
                      <a:pt x="1042" y="1854"/>
                      <a:pt x="1473" y="140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33"/>
              <p:cNvSpPr/>
              <p:nvPr/>
            </p:nvSpPr>
            <p:spPr>
              <a:xfrm>
                <a:off x="2855641" y="3298515"/>
                <a:ext cx="353054" cy="306216"/>
              </a:xfrm>
              <a:custGeom>
                <a:avLst/>
                <a:gdLst/>
                <a:ahLst/>
                <a:cxnLst/>
                <a:rect l="l" t="t" r="r" b="b"/>
                <a:pathLst>
                  <a:path w="4599" h="3989" extrusionOk="0">
                    <a:moveTo>
                      <a:pt x="449" y="329"/>
                    </a:moveTo>
                    <a:cubicBezTo>
                      <a:pt x="996" y="709"/>
                      <a:pt x="1399" y="588"/>
                      <a:pt x="1399" y="588"/>
                    </a:cubicBezTo>
                    <a:cubicBezTo>
                      <a:pt x="1399" y="588"/>
                      <a:pt x="1341" y="444"/>
                      <a:pt x="1313" y="231"/>
                    </a:cubicBezTo>
                    <a:cubicBezTo>
                      <a:pt x="1284" y="1"/>
                      <a:pt x="1577" y="133"/>
                      <a:pt x="1641" y="519"/>
                    </a:cubicBezTo>
                    <a:cubicBezTo>
                      <a:pt x="1681" y="789"/>
                      <a:pt x="2492" y="2360"/>
                      <a:pt x="3125" y="2763"/>
                    </a:cubicBezTo>
                    <a:lnTo>
                      <a:pt x="3586" y="2130"/>
                    </a:lnTo>
                    <a:lnTo>
                      <a:pt x="4599" y="2636"/>
                    </a:lnTo>
                    <a:cubicBezTo>
                      <a:pt x="4599" y="2636"/>
                      <a:pt x="3730" y="3989"/>
                      <a:pt x="3223" y="3960"/>
                    </a:cubicBezTo>
                    <a:cubicBezTo>
                      <a:pt x="2458" y="3914"/>
                      <a:pt x="1324" y="1439"/>
                      <a:pt x="1324" y="1439"/>
                    </a:cubicBezTo>
                    <a:cubicBezTo>
                      <a:pt x="939" y="916"/>
                      <a:pt x="214" y="916"/>
                      <a:pt x="104" y="801"/>
                    </a:cubicBezTo>
                    <a:cubicBezTo>
                      <a:pt x="1" y="674"/>
                      <a:pt x="208" y="156"/>
                      <a:pt x="449" y="329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33"/>
              <p:cNvSpPr/>
              <p:nvPr/>
            </p:nvSpPr>
            <p:spPr>
              <a:xfrm>
                <a:off x="3091087" y="3331678"/>
                <a:ext cx="532459" cy="433876"/>
              </a:xfrm>
              <a:custGeom>
                <a:avLst/>
                <a:gdLst/>
                <a:ahLst/>
                <a:cxnLst/>
                <a:rect l="l" t="t" r="r" b="b"/>
                <a:pathLst>
                  <a:path w="6936" h="5652" extrusionOk="0">
                    <a:moveTo>
                      <a:pt x="6935" y="2492"/>
                    </a:moveTo>
                    <a:lnTo>
                      <a:pt x="5756" y="472"/>
                    </a:lnTo>
                    <a:cubicBezTo>
                      <a:pt x="5727" y="415"/>
                      <a:pt x="5687" y="357"/>
                      <a:pt x="5641" y="305"/>
                    </a:cubicBezTo>
                    <a:cubicBezTo>
                      <a:pt x="5635" y="300"/>
                      <a:pt x="5629" y="288"/>
                      <a:pt x="5629" y="282"/>
                    </a:cubicBezTo>
                    <a:lnTo>
                      <a:pt x="5595" y="248"/>
                    </a:lnTo>
                    <a:lnTo>
                      <a:pt x="5554" y="213"/>
                    </a:lnTo>
                    <a:lnTo>
                      <a:pt x="5543" y="196"/>
                    </a:lnTo>
                    <a:cubicBezTo>
                      <a:pt x="5428" y="104"/>
                      <a:pt x="5249" y="0"/>
                      <a:pt x="4996" y="0"/>
                    </a:cubicBezTo>
                    <a:lnTo>
                      <a:pt x="4087" y="0"/>
                    </a:lnTo>
                    <a:cubicBezTo>
                      <a:pt x="4087" y="0"/>
                      <a:pt x="3972" y="950"/>
                      <a:pt x="3091" y="731"/>
                    </a:cubicBezTo>
                    <a:cubicBezTo>
                      <a:pt x="2671" y="622"/>
                      <a:pt x="2706" y="0"/>
                      <a:pt x="2706" y="0"/>
                    </a:cubicBezTo>
                    <a:lnTo>
                      <a:pt x="2096" y="0"/>
                    </a:lnTo>
                    <a:cubicBezTo>
                      <a:pt x="1796" y="0"/>
                      <a:pt x="1526" y="161"/>
                      <a:pt x="1371" y="392"/>
                    </a:cubicBezTo>
                    <a:lnTo>
                      <a:pt x="53" y="1899"/>
                    </a:lnTo>
                    <a:cubicBezTo>
                      <a:pt x="1" y="2009"/>
                      <a:pt x="904" y="3189"/>
                      <a:pt x="1140" y="2930"/>
                    </a:cubicBezTo>
                    <a:lnTo>
                      <a:pt x="1227" y="2814"/>
                    </a:lnTo>
                    <a:lnTo>
                      <a:pt x="1227" y="5652"/>
                    </a:lnTo>
                    <a:lnTo>
                      <a:pt x="5859" y="5652"/>
                    </a:lnTo>
                    <a:lnTo>
                      <a:pt x="5859" y="3096"/>
                    </a:lnTo>
                    <a:lnTo>
                      <a:pt x="5859" y="3327"/>
                    </a:lnTo>
                    <a:cubicBezTo>
                      <a:pt x="6182" y="3235"/>
                      <a:pt x="6792" y="2907"/>
                      <a:pt x="6935" y="249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33"/>
              <p:cNvSpPr/>
              <p:nvPr/>
            </p:nvSpPr>
            <p:spPr>
              <a:xfrm>
                <a:off x="3170618" y="3763724"/>
                <a:ext cx="221014" cy="831518"/>
              </a:xfrm>
              <a:custGeom>
                <a:avLst/>
                <a:gdLst/>
                <a:ahLst/>
                <a:cxnLst/>
                <a:rect l="l" t="t" r="r" b="b"/>
                <a:pathLst>
                  <a:path w="2879" h="10832" extrusionOk="0">
                    <a:moveTo>
                      <a:pt x="1" y="10831"/>
                    </a:moveTo>
                    <a:lnTo>
                      <a:pt x="1324" y="10831"/>
                    </a:lnTo>
                    <a:lnTo>
                      <a:pt x="2878" y="1"/>
                    </a:lnTo>
                    <a:lnTo>
                      <a:pt x="24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33"/>
              <p:cNvSpPr/>
              <p:nvPr/>
            </p:nvSpPr>
            <p:spPr>
              <a:xfrm>
                <a:off x="3236484" y="3763724"/>
                <a:ext cx="155147" cy="831518"/>
              </a:xfrm>
              <a:custGeom>
                <a:avLst/>
                <a:gdLst/>
                <a:ahLst/>
                <a:cxnLst/>
                <a:rect l="l" t="t" r="r" b="b"/>
                <a:pathLst>
                  <a:path w="2021" h="10832" extrusionOk="0">
                    <a:moveTo>
                      <a:pt x="1554" y="1"/>
                    </a:moveTo>
                    <a:lnTo>
                      <a:pt x="0" y="10831"/>
                    </a:lnTo>
                    <a:lnTo>
                      <a:pt x="466" y="10831"/>
                    </a:lnTo>
                    <a:lnTo>
                      <a:pt x="2020" y="1"/>
                    </a:ln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33"/>
              <p:cNvSpPr/>
              <p:nvPr/>
            </p:nvSpPr>
            <p:spPr>
              <a:xfrm>
                <a:off x="3316015" y="3763724"/>
                <a:ext cx="222703" cy="831518"/>
              </a:xfrm>
              <a:custGeom>
                <a:avLst/>
                <a:gdLst/>
                <a:ahLst/>
                <a:cxnLst/>
                <a:rect l="l" t="t" r="r" b="b"/>
                <a:pathLst>
                  <a:path w="2901" h="10832" extrusionOk="0">
                    <a:moveTo>
                      <a:pt x="1600" y="10831"/>
                    </a:moveTo>
                    <a:lnTo>
                      <a:pt x="2901" y="10831"/>
                    </a:lnTo>
                    <a:lnTo>
                      <a:pt x="2849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33"/>
              <p:cNvSpPr/>
              <p:nvPr/>
            </p:nvSpPr>
            <p:spPr>
              <a:xfrm>
                <a:off x="3427328" y="3763724"/>
                <a:ext cx="111390" cy="831518"/>
              </a:xfrm>
              <a:custGeom>
                <a:avLst/>
                <a:gdLst/>
                <a:ahLst/>
                <a:cxnLst/>
                <a:rect l="l" t="t" r="r" b="b"/>
                <a:pathLst>
                  <a:path w="1451" h="10832" extrusionOk="0">
                    <a:moveTo>
                      <a:pt x="0" y="1"/>
                    </a:moveTo>
                    <a:cubicBezTo>
                      <a:pt x="0" y="1100"/>
                      <a:pt x="829" y="1129"/>
                      <a:pt x="818" y="2210"/>
                    </a:cubicBezTo>
                    <a:cubicBezTo>
                      <a:pt x="766" y="5531"/>
                      <a:pt x="818" y="10831"/>
                      <a:pt x="818" y="10831"/>
                    </a:cubicBezTo>
                    <a:lnTo>
                      <a:pt x="1451" y="10831"/>
                    </a:lnTo>
                    <a:lnTo>
                      <a:pt x="1399" y="1"/>
                    </a:ln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33"/>
              <p:cNvSpPr/>
              <p:nvPr/>
            </p:nvSpPr>
            <p:spPr>
              <a:xfrm>
                <a:off x="3185203" y="3415201"/>
                <a:ext cx="51357" cy="255858"/>
              </a:xfrm>
              <a:custGeom>
                <a:avLst/>
                <a:gdLst/>
                <a:ahLst/>
                <a:cxnLst/>
                <a:rect l="l" t="t" r="r" b="b"/>
                <a:pathLst>
                  <a:path w="669" h="3333" extrusionOk="0">
                    <a:moveTo>
                      <a:pt x="668" y="0"/>
                    </a:moveTo>
                    <a:lnTo>
                      <a:pt x="668" y="0"/>
                    </a:lnTo>
                    <a:cubicBezTo>
                      <a:pt x="404" y="46"/>
                      <a:pt x="317" y="512"/>
                      <a:pt x="1" y="806"/>
                    </a:cubicBezTo>
                    <a:lnTo>
                      <a:pt x="1" y="3332"/>
                    </a:lnTo>
                    <a:cubicBezTo>
                      <a:pt x="58" y="3102"/>
                      <a:pt x="317" y="1514"/>
                      <a:pt x="668" y="0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33"/>
              <p:cNvSpPr/>
              <p:nvPr/>
            </p:nvSpPr>
            <p:spPr>
              <a:xfrm>
                <a:off x="3450742" y="4594729"/>
                <a:ext cx="213414" cy="86207"/>
              </a:xfrm>
              <a:custGeom>
                <a:avLst/>
                <a:gdLst/>
                <a:ahLst/>
                <a:cxnLst/>
                <a:rect l="l" t="t" r="r" b="b"/>
                <a:pathLst>
                  <a:path w="2780" h="1123" extrusionOk="0">
                    <a:moveTo>
                      <a:pt x="0" y="6"/>
                    </a:moveTo>
                    <a:lnTo>
                      <a:pt x="0" y="1123"/>
                    </a:lnTo>
                    <a:lnTo>
                      <a:pt x="2671" y="1123"/>
                    </a:lnTo>
                    <a:cubicBezTo>
                      <a:pt x="2671" y="1123"/>
                      <a:pt x="2780" y="564"/>
                      <a:pt x="1802" y="518"/>
                    </a:cubicBezTo>
                    <a:cubicBezTo>
                      <a:pt x="1088" y="490"/>
                      <a:pt x="1007" y="0"/>
                      <a:pt x="100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33"/>
              <p:cNvSpPr/>
              <p:nvPr/>
            </p:nvSpPr>
            <p:spPr>
              <a:xfrm>
                <a:off x="3170618" y="4595190"/>
                <a:ext cx="87592" cy="86207"/>
              </a:xfrm>
              <a:custGeom>
                <a:avLst/>
                <a:gdLst/>
                <a:ahLst/>
                <a:cxnLst/>
                <a:rect l="l" t="t" r="r" b="b"/>
                <a:pathLst>
                  <a:path w="1141" h="1123" extrusionOk="0">
                    <a:moveTo>
                      <a:pt x="1" y="1122"/>
                    </a:moveTo>
                    <a:lnTo>
                      <a:pt x="1140" y="1122"/>
                    </a:lnTo>
                    <a:lnTo>
                      <a:pt x="1140" y="0"/>
                    </a:lnTo>
                    <a:lnTo>
                      <a:pt x="32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33"/>
              <p:cNvSpPr/>
              <p:nvPr/>
            </p:nvSpPr>
            <p:spPr>
              <a:xfrm>
                <a:off x="3132234" y="4622979"/>
                <a:ext cx="113155" cy="58418"/>
              </a:xfrm>
              <a:custGeom>
                <a:avLst/>
                <a:gdLst/>
                <a:ahLst/>
                <a:cxnLst/>
                <a:rect l="l" t="t" r="r" b="b"/>
                <a:pathLst>
                  <a:path w="1474" h="761" extrusionOk="0">
                    <a:moveTo>
                      <a:pt x="0" y="760"/>
                    </a:moveTo>
                    <a:lnTo>
                      <a:pt x="1473" y="760"/>
                    </a:lnTo>
                    <a:lnTo>
                      <a:pt x="1473" y="398"/>
                    </a:lnTo>
                    <a:cubicBezTo>
                      <a:pt x="1473" y="173"/>
                      <a:pt x="1295" y="1"/>
                      <a:pt x="1076" y="1"/>
                    </a:cubicBezTo>
                    <a:lnTo>
                      <a:pt x="397" y="1"/>
                    </a:lnTo>
                    <a:cubicBezTo>
                      <a:pt x="173" y="1"/>
                      <a:pt x="0" y="179"/>
                      <a:pt x="0" y="39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33"/>
              <p:cNvSpPr/>
              <p:nvPr/>
            </p:nvSpPr>
            <p:spPr>
              <a:xfrm>
                <a:off x="3408750" y="3388179"/>
                <a:ext cx="129967" cy="375611"/>
              </a:xfrm>
              <a:custGeom>
                <a:avLst/>
                <a:gdLst/>
                <a:ahLst/>
                <a:cxnLst/>
                <a:rect l="l" t="t" r="r" b="b"/>
                <a:pathLst>
                  <a:path w="1693" h="4893" extrusionOk="0">
                    <a:moveTo>
                      <a:pt x="1290" y="1"/>
                    </a:moveTo>
                    <a:lnTo>
                      <a:pt x="1290" y="1"/>
                    </a:lnTo>
                    <a:cubicBezTo>
                      <a:pt x="1272" y="864"/>
                      <a:pt x="1301" y="2424"/>
                      <a:pt x="1226" y="2907"/>
                    </a:cubicBezTo>
                    <a:cubicBezTo>
                      <a:pt x="985" y="4415"/>
                      <a:pt x="1" y="4893"/>
                      <a:pt x="1" y="4893"/>
                    </a:cubicBezTo>
                    <a:lnTo>
                      <a:pt x="1693" y="4893"/>
                    </a:lnTo>
                    <a:lnTo>
                      <a:pt x="1693" y="1969"/>
                    </a:lnTo>
                    <a:cubicBezTo>
                      <a:pt x="1693" y="1497"/>
                      <a:pt x="1503" y="519"/>
                      <a:pt x="1290" y="1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33"/>
              <p:cNvSpPr/>
              <p:nvPr/>
            </p:nvSpPr>
            <p:spPr>
              <a:xfrm>
                <a:off x="3481679" y="3541099"/>
                <a:ext cx="160828" cy="295622"/>
              </a:xfrm>
              <a:custGeom>
                <a:avLst/>
                <a:gdLst/>
                <a:ahLst/>
                <a:cxnLst/>
                <a:rect l="l" t="t" r="r" b="b"/>
                <a:pathLst>
                  <a:path w="2095" h="3851" extrusionOk="0">
                    <a:moveTo>
                      <a:pt x="1715" y="0"/>
                    </a:moveTo>
                    <a:cubicBezTo>
                      <a:pt x="1715" y="0"/>
                      <a:pt x="1324" y="409"/>
                      <a:pt x="823" y="593"/>
                    </a:cubicBezTo>
                    <a:cubicBezTo>
                      <a:pt x="863" y="639"/>
                      <a:pt x="984" y="863"/>
                      <a:pt x="1042" y="1024"/>
                    </a:cubicBezTo>
                    <a:lnTo>
                      <a:pt x="363" y="2935"/>
                    </a:lnTo>
                    <a:cubicBezTo>
                      <a:pt x="363" y="2935"/>
                      <a:pt x="104" y="2941"/>
                      <a:pt x="0" y="3079"/>
                    </a:cubicBezTo>
                    <a:lnTo>
                      <a:pt x="484" y="3850"/>
                    </a:lnTo>
                    <a:lnTo>
                      <a:pt x="806" y="3229"/>
                    </a:lnTo>
                    <a:lnTo>
                      <a:pt x="1980" y="1347"/>
                    </a:lnTo>
                    <a:cubicBezTo>
                      <a:pt x="2072" y="1157"/>
                      <a:pt x="2095" y="909"/>
                      <a:pt x="1715" y="0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33"/>
              <p:cNvSpPr/>
              <p:nvPr/>
            </p:nvSpPr>
            <p:spPr>
              <a:xfrm>
                <a:off x="2824704" y="1073725"/>
                <a:ext cx="979553" cy="884026"/>
              </a:xfrm>
              <a:custGeom>
                <a:avLst/>
                <a:gdLst/>
                <a:ahLst/>
                <a:cxnLst/>
                <a:rect l="l" t="t" r="r" b="b"/>
                <a:pathLst>
                  <a:path w="12760" h="11516" extrusionOk="0">
                    <a:moveTo>
                      <a:pt x="6377" y="0"/>
                    </a:moveTo>
                    <a:cubicBezTo>
                      <a:pt x="2855" y="0"/>
                      <a:pt x="1" y="2274"/>
                      <a:pt x="1" y="5076"/>
                    </a:cubicBezTo>
                    <a:cubicBezTo>
                      <a:pt x="1" y="6877"/>
                      <a:pt x="1169" y="8460"/>
                      <a:pt x="2947" y="9358"/>
                    </a:cubicBezTo>
                    <a:cubicBezTo>
                      <a:pt x="2717" y="9847"/>
                      <a:pt x="2303" y="10474"/>
                      <a:pt x="1601" y="10739"/>
                    </a:cubicBezTo>
                    <a:cubicBezTo>
                      <a:pt x="852" y="11027"/>
                      <a:pt x="3828" y="11516"/>
                      <a:pt x="5387" y="10094"/>
                    </a:cubicBezTo>
                    <a:cubicBezTo>
                      <a:pt x="5710" y="10135"/>
                      <a:pt x="6043" y="10158"/>
                      <a:pt x="6377" y="10158"/>
                    </a:cubicBezTo>
                    <a:cubicBezTo>
                      <a:pt x="9905" y="10158"/>
                      <a:pt x="12759" y="7885"/>
                      <a:pt x="12759" y="5082"/>
                    </a:cubicBezTo>
                    <a:cubicBezTo>
                      <a:pt x="12759" y="2274"/>
                      <a:pt x="9905" y="0"/>
                      <a:pt x="637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25" name="Google Shape;425;p33"/>
              <p:cNvGrpSpPr/>
              <p:nvPr/>
            </p:nvGrpSpPr>
            <p:grpSpPr>
              <a:xfrm>
                <a:off x="3050673" y="1341842"/>
                <a:ext cx="527533" cy="273512"/>
                <a:chOff x="7999109" y="908965"/>
                <a:chExt cx="502460" cy="260513"/>
              </a:xfrm>
            </p:grpSpPr>
            <p:sp>
              <p:nvSpPr>
                <p:cNvPr id="426" name="Google Shape;426;p33"/>
                <p:cNvSpPr/>
                <p:nvPr/>
              </p:nvSpPr>
              <p:spPr>
                <a:xfrm>
                  <a:off x="7999109" y="908965"/>
                  <a:ext cx="178480" cy="31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1" h="427" extrusionOk="0">
                      <a:moveTo>
                        <a:pt x="0" y="1"/>
                      </a:moveTo>
                      <a:lnTo>
                        <a:pt x="2440" y="1"/>
                      </a:lnTo>
                      <a:lnTo>
                        <a:pt x="2440" y="426"/>
                      </a:lnTo>
                      <a:lnTo>
                        <a:pt x="0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" name="Google Shape;427;p33"/>
                <p:cNvSpPr/>
                <p:nvPr/>
              </p:nvSpPr>
              <p:spPr>
                <a:xfrm>
                  <a:off x="7999109" y="1061705"/>
                  <a:ext cx="234853" cy="31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12" h="427" extrusionOk="0">
                      <a:moveTo>
                        <a:pt x="0" y="1"/>
                      </a:moveTo>
                      <a:lnTo>
                        <a:pt x="3211" y="1"/>
                      </a:lnTo>
                      <a:lnTo>
                        <a:pt x="3211" y="426"/>
                      </a:lnTo>
                      <a:lnTo>
                        <a:pt x="0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" name="Google Shape;428;p33"/>
                <p:cNvSpPr/>
                <p:nvPr/>
              </p:nvSpPr>
              <p:spPr>
                <a:xfrm>
                  <a:off x="8266715" y="1061705"/>
                  <a:ext cx="234853" cy="31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12" h="427" extrusionOk="0">
                      <a:moveTo>
                        <a:pt x="0" y="1"/>
                      </a:moveTo>
                      <a:lnTo>
                        <a:pt x="3211" y="1"/>
                      </a:lnTo>
                      <a:lnTo>
                        <a:pt x="3211" y="426"/>
                      </a:lnTo>
                      <a:lnTo>
                        <a:pt x="0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/>
                    <a:t>    </a:t>
                  </a:r>
                  <a:endParaRPr/>
                </a:p>
              </p:txBody>
            </p:sp>
            <p:sp>
              <p:nvSpPr>
                <p:cNvPr id="429" name="Google Shape;429;p33"/>
                <p:cNvSpPr/>
                <p:nvPr/>
              </p:nvSpPr>
              <p:spPr>
                <a:xfrm>
                  <a:off x="8216192" y="908965"/>
                  <a:ext cx="285378" cy="31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03" h="427" extrusionOk="0">
                      <a:moveTo>
                        <a:pt x="1" y="1"/>
                      </a:moveTo>
                      <a:lnTo>
                        <a:pt x="3902" y="1"/>
                      </a:lnTo>
                      <a:lnTo>
                        <a:pt x="3902" y="426"/>
                      </a:lnTo>
                      <a:lnTo>
                        <a:pt x="1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0" name="Google Shape;430;p33"/>
                <p:cNvSpPr/>
                <p:nvPr/>
              </p:nvSpPr>
              <p:spPr>
                <a:xfrm>
                  <a:off x="7999109" y="985591"/>
                  <a:ext cx="104412" cy="30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" h="421" extrusionOk="0">
                      <a:moveTo>
                        <a:pt x="0" y="0"/>
                      </a:moveTo>
                      <a:lnTo>
                        <a:pt x="1427" y="0"/>
                      </a:lnTo>
                      <a:lnTo>
                        <a:pt x="1427" y="420"/>
                      </a:lnTo>
                      <a:lnTo>
                        <a:pt x="0" y="42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1" name="Google Shape;431;p33"/>
                <p:cNvSpPr/>
                <p:nvPr/>
              </p:nvSpPr>
              <p:spPr>
                <a:xfrm>
                  <a:off x="8141759" y="985591"/>
                  <a:ext cx="144334" cy="30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4" h="421" extrusionOk="0">
                      <a:moveTo>
                        <a:pt x="0" y="0"/>
                      </a:moveTo>
                      <a:lnTo>
                        <a:pt x="1974" y="0"/>
                      </a:lnTo>
                      <a:lnTo>
                        <a:pt x="1974" y="420"/>
                      </a:lnTo>
                      <a:lnTo>
                        <a:pt x="0" y="42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2" name="Google Shape;432;p33"/>
                <p:cNvSpPr/>
                <p:nvPr/>
              </p:nvSpPr>
              <p:spPr>
                <a:xfrm>
                  <a:off x="8328937" y="985591"/>
                  <a:ext cx="172630" cy="30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61" h="421" extrusionOk="0">
                      <a:moveTo>
                        <a:pt x="1" y="0"/>
                      </a:moveTo>
                      <a:lnTo>
                        <a:pt x="2360" y="0"/>
                      </a:lnTo>
                      <a:lnTo>
                        <a:pt x="2360" y="420"/>
                      </a:lnTo>
                      <a:lnTo>
                        <a:pt x="1" y="42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3" name="Google Shape;433;p33"/>
                <p:cNvSpPr/>
                <p:nvPr/>
              </p:nvSpPr>
              <p:spPr>
                <a:xfrm>
                  <a:off x="7999109" y="1138696"/>
                  <a:ext cx="142287" cy="30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6" h="421" extrusionOk="0">
                      <a:moveTo>
                        <a:pt x="0" y="1"/>
                      </a:moveTo>
                      <a:lnTo>
                        <a:pt x="1945" y="1"/>
                      </a:lnTo>
                      <a:lnTo>
                        <a:pt x="1945" y="421"/>
                      </a:lnTo>
                      <a:lnTo>
                        <a:pt x="0" y="42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434" name="Google Shape;434;p33"/>
            <p:cNvSpPr/>
            <p:nvPr/>
          </p:nvSpPr>
          <p:spPr>
            <a:xfrm>
              <a:off x="1049321" y="900579"/>
              <a:ext cx="136492" cy="136492"/>
            </a:xfrm>
            <a:custGeom>
              <a:avLst/>
              <a:gdLst/>
              <a:ahLst/>
              <a:cxnLst/>
              <a:rect l="l" t="t" r="r" b="b"/>
              <a:pathLst>
                <a:path w="4231" h="4231" extrusionOk="0">
                  <a:moveTo>
                    <a:pt x="4231" y="2118"/>
                  </a:moveTo>
                  <a:cubicBezTo>
                    <a:pt x="4231" y="3287"/>
                    <a:pt x="3287" y="4230"/>
                    <a:pt x="2119" y="4230"/>
                  </a:cubicBezTo>
                  <a:cubicBezTo>
                    <a:pt x="950" y="4230"/>
                    <a:pt x="1" y="3287"/>
                    <a:pt x="1" y="2118"/>
                  </a:cubicBezTo>
                  <a:cubicBezTo>
                    <a:pt x="1" y="950"/>
                    <a:pt x="950" y="1"/>
                    <a:pt x="2119" y="1"/>
                  </a:cubicBezTo>
                  <a:cubicBezTo>
                    <a:pt x="3287" y="1"/>
                    <a:pt x="4231" y="950"/>
                    <a:pt x="4231" y="21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886FF968-A19E-C75C-1C52-2C70B0C6A884}"/>
              </a:ext>
            </a:extLst>
          </p:cNvPr>
          <p:cNvCxnSpPr/>
          <p:nvPr/>
        </p:nvCxnSpPr>
        <p:spPr>
          <a:xfrm>
            <a:off x="4572000" y="2476321"/>
            <a:ext cx="1003610" cy="14400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B04154A5-BF29-C7C1-BC73-1E11E92BDB37}"/>
              </a:ext>
            </a:extLst>
          </p:cNvPr>
          <p:cNvCxnSpPr/>
          <p:nvPr/>
        </p:nvCxnSpPr>
        <p:spPr>
          <a:xfrm>
            <a:off x="7059402" y="2511833"/>
            <a:ext cx="1003610" cy="14400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15311258-D8C7-6940-B886-1715D8C8EB7A}"/>
              </a:ext>
            </a:extLst>
          </p:cNvPr>
          <p:cNvCxnSpPr>
            <a:cxnSpLocks/>
          </p:cNvCxnSpPr>
          <p:nvPr/>
        </p:nvCxnSpPr>
        <p:spPr>
          <a:xfrm>
            <a:off x="4572000" y="714142"/>
            <a:ext cx="3491012" cy="26079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Блок-схема: узел 11">
            <a:extLst>
              <a:ext uri="{FF2B5EF4-FFF2-40B4-BE49-F238E27FC236}">
                <a16:creationId xmlns:a16="http://schemas.microsoft.com/office/drawing/2014/main" id="{0F5A6AFE-516C-D37C-A22E-A32D7222A512}"/>
              </a:ext>
            </a:extLst>
          </p:cNvPr>
          <p:cNvSpPr/>
          <p:nvPr/>
        </p:nvSpPr>
        <p:spPr>
          <a:xfrm>
            <a:off x="4502713" y="2422477"/>
            <a:ext cx="119284" cy="122088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Блок-схема: узел 12">
            <a:extLst>
              <a:ext uri="{FF2B5EF4-FFF2-40B4-BE49-F238E27FC236}">
                <a16:creationId xmlns:a16="http://schemas.microsoft.com/office/drawing/2014/main" id="{9B13A6FD-A011-E216-83C4-AAD80D779415}"/>
              </a:ext>
            </a:extLst>
          </p:cNvPr>
          <p:cNvSpPr/>
          <p:nvPr/>
        </p:nvSpPr>
        <p:spPr>
          <a:xfrm>
            <a:off x="8013015" y="2465402"/>
            <a:ext cx="119284" cy="122088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Блок-схема: узел 13">
            <a:extLst>
              <a:ext uri="{FF2B5EF4-FFF2-40B4-BE49-F238E27FC236}">
                <a16:creationId xmlns:a16="http://schemas.microsoft.com/office/drawing/2014/main" id="{B908735A-D621-B1AA-1C9C-A4B6C1EE0205}"/>
              </a:ext>
            </a:extLst>
          </p:cNvPr>
          <p:cNvSpPr/>
          <p:nvPr/>
        </p:nvSpPr>
        <p:spPr>
          <a:xfrm>
            <a:off x="4461280" y="630974"/>
            <a:ext cx="171360" cy="181803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Блок-схема: узел 14">
            <a:extLst>
              <a:ext uri="{FF2B5EF4-FFF2-40B4-BE49-F238E27FC236}">
                <a16:creationId xmlns:a16="http://schemas.microsoft.com/office/drawing/2014/main" id="{55D940B3-5398-5713-1A47-AE88193662CC}"/>
              </a:ext>
            </a:extLst>
          </p:cNvPr>
          <p:cNvSpPr/>
          <p:nvPr/>
        </p:nvSpPr>
        <p:spPr>
          <a:xfrm>
            <a:off x="8046619" y="649319"/>
            <a:ext cx="171360" cy="181803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5"/>
          <p:cNvSpPr txBox="1">
            <a:spLocks noGrp="1"/>
          </p:cNvSpPr>
          <p:nvPr>
            <p:ph type="title"/>
          </p:nvPr>
        </p:nvSpPr>
        <p:spPr>
          <a:xfrm>
            <a:off x="797492" y="23560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dirty="0">
                <a:solidFill>
                  <a:srgbClr val="45818E"/>
                </a:solidFill>
                <a:ea typeface="SimSun-ExtG" panose="02010609060101010101" pitchFamily="49" charset="-122"/>
              </a:rPr>
              <a:t>С</a:t>
            </a:r>
            <a:r>
              <a:rPr lang="ru-RU" dirty="0"/>
              <a:t>уществующие проблемы</a:t>
            </a:r>
            <a:endParaRPr dirty="0"/>
          </a:p>
        </p:txBody>
      </p:sp>
      <p:sp>
        <p:nvSpPr>
          <p:cNvPr id="455" name="Google Shape;455;p35"/>
          <p:cNvSpPr txBox="1">
            <a:spLocks noGrp="1"/>
          </p:cNvSpPr>
          <p:nvPr>
            <p:ph type="title" idx="7"/>
          </p:nvPr>
        </p:nvSpPr>
        <p:spPr>
          <a:xfrm>
            <a:off x="1682101" y="1332668"/>
            <a:ext cx="729415" cy="71711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</a:t>
            </a:r>
            <a:r>
              <a:rPr lang="ru-RU" dirty="0"/>
              <a:t>1</a:t>
            </a:r>
            <a:endParaRPr dirty="0"/>
          </a:p>
        </p:txBody>
      </p:sp>
      <p:sp>
        <p:nvSpPr>
          <p:cNvPr id="6" name="Google Shape;458;p35">
            <a:extLst>
              <a:ext uri="{FF2B5EF4-FFF2-40B4-BE49-F238E27FC236}">
                <a16:creationId xmlns:a16="http://schemas.microsoft.com/office/drawing/2014/main" id="{7E0D7A70-19E4-4053-B7A6-B2C07F5AA146}"/>
              </a:ext>
            </a:extLst>
          </p:cNvPr>
          <p:cNvSpPr txBox="1">
            <a:spLocks/>
          </p:cNvSpPr>
          <p:nvPr/>
        </p:nvSpPr>
        <p:spPr>
          <a:xfrm>
            <a:off x="2411460" y="1332669"/>
            <a:ext cx="6467092" cy="450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pPr marL="0" indent="0"/>
            <a:r>
              <a:rPr lang="ru-RU" sz="2400" dirty="0">
                <a:solidFill>
                  <a:srgbClr val="45818E"/>
                </a:solidFill>
              </a:rPr>
              <a:t>С</a:t>
            </a:r>
            <a:r>
              <a:rPr lang="ru-RU" sz="2400" dirty="0"/>
              <a:t>ложность выбора</a:t>
            </a:r>
            <a:endParaRPr lang="en-US" sz="2400" dirty="0"/>
          </a:p>
        </p:txBody>
      </p:sp>
      <p:sp>
        <p:nvSpPr>
          <p:cNvPr id="29" name="Google Shape;458;p35">
            <a:extLst>
              <a:ext uri="{FF2B5EF4-FFF2-40B4-BE49-F238E27FC236}">
                <a16:creationId xmlns:a16="http://schemas.microsoft.com/office/drawing/2014/main" id="{45BD20FE-3348-5B22-42D4-82CB0043FE56}"/>
              </a:ext>
            </a:extLst>
          </p:cNvPr>
          <p:cNvSpPr txBox="1">
            <a:spLocks/>
          </p:cNvSpPr>
          <p:nvPr/>
        </p:nvSpPr>
        <p:spPr>
          <a:xfrm>
            <a:off x="2411404" y="1783081"/>
            <a:ext cx="5924876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pPr marL="0" indent="0"/>
            <a:r>
              <a:rPr lang="ru-RU" sz="1200" b="0" dirty="0">
                <a:solidFill>
                  <a:schemeClr val="bg1">
                    <a:lumMod val="1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Большое разнообразие меню затрудняет выбор блюд</a:t>
            </a:r>
            <a:endParaRPr lang="en-US" sz="1200" b="0" dirty="0">
              <a:solidFill>
                <a:schemeClr val="bg1">
                  <a:lumMod val="10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6" name="Google Shape;455;p35">
            <a:extLst>
              <a:ext uri="{FF2B5EF4-FFF2-40B4-BE49-F238E27FC236}">
                <a16:creationId xmlns:a16="http://schemas.microsoft.com/office/drawing/2014/main" id="{B02EB9F8-1BF5-09BC-10E0-20CDE0728129}"/>
              </a:ext>
            </a:extLst>
          </p:cNvPr>
          <p:cNvSpPr txBox="1">
            <a:spLocks/>
          </p:cNvSpPr>
          <p:nvPr/>
        </p:nvSpPr>
        <p:spPr>
          <a:xfrm>
            <a:off x="1681933" y="2473912"/>
            <a:ext cx="729415" cy="71711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2000" b="1" i="0" u="none" strike="noStrike" cap="none">
                <a:solidFill>
                  <a:schemeClr val="accent2"/>
                </a:solidFill>
                <a:latin typeface="Sora"/>
                <a:ea typeface="Sora"/>
                <a:cs typeface="Sora"/>
                <a:sym typeface="Sor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n" dirty="0"/>
              <a:t>02</a:t>
            </a:r>
          </a:p>
        </p:txBody>
      </p:sp>
      <p:sp>
        <p:nvSpPr>
          <p:cNvPr id="37" name="Google Shape;458;p35">
            <a:extLst>
              <a:ext uri="{FF2B5EF4-FFF2-40B4-BE49-F238E27FC236}">
                <a16:creationId xmlns:a16="http://schemas.microsoft.com/office/drawing/2014/main" id="{84C79649-360B-F589-0C44-ED48AF3FDAF6}"/>
              </a:ext>
            </a:extLst>
          </p:cNvPr>
          <p:cNvSpPr txBox="1">
            <a:spLocks/>
          </p:cNvSpPr>
          <p:nvPr/>
        </p:nvSpPr>
        <p:spPr>
          <a:xfrm>
            <a:off x="2411292" y="2473913"/>
            <a:ext cx="6467092" cy="450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pPr marL="0" indent="0"/>
            <a:r>
              <a:rPr lang="ru-RU" sz="2400" dirty="0">
                <a:solidFill>
                  <a:srgbClr val="45818E"/>
                </a:solidFill>
              </a:rPr>
              <a:t>П</a:t>
            </a:r>
            <a:r>
              <a:rPr lang="ru-RU" sz="2400" dirty="0"/>
              <a:t>ерсонализация</a:t>
            </a:r>
            <a:endParaRPr lang="en-US" sz="2400" dirty="0"/>
          </a:p>
        </p:txBody>
      </p:sp>
      <p:sp>
        <p:nvSpPr>
          <p:cNvPr id="38" name="Google Shape;458;p35">
            <a:extLst>
              <a:ext uri="{FF2B5EF4-FFF2-40B4-BE49-F238E27FC236}">
                <a16:creationId xmlns:a16="http://schemas.microsoft.com/office/drawing/2014/main" id="{BBE2F731-7F09-ED38-2B0E-2E8690AB969E}"/>
              </a:ext>
            </a:extLst>
          </p:cNvPr>
          <p:cNvSpPr txBox="1">
            <a:spLocks/>
          </p:cNvSpPr>
          <p:nvPr/>
        </p:nvSpPr>
        <p:spPr>
          <a:xfrm>
            <a:off x="2411236" y="2924325"/>
            <a:ext cx="5925044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pPr marL="0" indent="0"/>
            <a:r>
              <a:rPr lang="ru-RU" sz="1200" b="0" dirty="0">
                <a:solidFill>
                  <a:schemeClr val="bg1">
                    <a:lumMod val="1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Стандартные методы не учитывают индивидуальные предпочтения</a:t>
            </a:r>
            <a:endParaRPr lang="en-US" sz="1200" b="0" dirty="0">
              <a:solidFill>
                <a:schemeClr val="bg1">
                  <a:lumMod val="10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3" name="Google Shape;455;p35">
            <a:extLst>
              <a:ext uri="{FF2B5EF4-FFF2-40B4-BE49-F238E27FC236}">
                <a16:creationId xmlns:a16="http://schemas.microsoft.com/office/drawing/2014/main" id="{22C3580C-9A5F-D954-4E76-DFB8B93E859A}"/>
              </a:ext>
            </a:extLst>
          </p:cNvPr>
          <p:cNvSpPr txBox="1">
            <a:spLocks/>
          </p:cNvSpPr>
          <p:nvPr/>
        </p:nvSpPr>
        <p:spPr>
          <a:xfrm>
            <a:off x="1681989" y="3615160"/>
            <a:ext cx="729415" cy="71711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2000" b="1" i="0" u="none" strike="noStrike" cap="none">
                <a:solidFill>
                  <a:schemeClr val="accent2"/>
                </a:solidFill>
                <a:latin typeface="Sora"/>
                <a:ea typeface="Sora"/>
                <a:cs typeface="Sora"/>
                <a:sym typeface="Sor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n" dirty="0"/>
              <a:t>0</a:t>
            </a:r>
            <a:r>
              <a:rPr lang="ru-RU" dirty="0"/>
              <a:t>3</a:t>
            </a:r>
            <a:endParaRPr lang="en" dirty="0"/>
          </a:p>
        </p:txBody>
      </p:sp>
      <p:sp>
        <p:nvSpPr>
          <p:cNvPr id="44" name="Google Shape;458;p35">
            <a:extLst>
              <a:ext uri="{FF2B5EF4-FFF2-40B4-BE49-F238E27FC236}">
                <a16:creationId xmlns:a16="http://schemas.microsoft.com/office/drawing/2014/main" id="{3A783B52-3723-A65D-F049-AB7BBA570A05}"/>
              </a:ext>
            </a:extLst>
          </p:cNvPr>
          <p:cNvSpPr txBox="1">
            <a:spLocks/>
          </p:cNvSpPr>
          <p:nvPr/>
        </p:nvSpPr>
        <p:spPr>
          <a:xfrm>
            <a:off x="2411348" y="3615161"/>
            <a:ext cx="6467092" cy="450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pPr marL="0" indent="0"/>
            <a:r>
              <a:rPr lang="ru-RU" sz="2400" dirty="0">
                <a:solidFill>
                  <a:srgbClr val="45818E"/>
                </a:solidFill>
              </a:rPr>
              <a:t>В</a:t>
            </a:r>
            <a:r>
              <a:rPr lang="ru-RU" sz="2400" dirty="0"/>
              <a:t>ремя заказа</a:t>
            </a:r>
            <a:endParaRPr lang="en-US" sz="2400" dirty="0"/>
          </a:p>
        </p:txBody>
      </p:sp>
      <p:sp>
        <p:nvSpPr>
          <p:cNvPr id="45" name="Google Shape;458;p35">
            <a:extLst>
              <a:ext uri="{FF2B5EF4-FFF2-40B4-BE49-F238E27FC236}">
                <a16:creationId xmlns:a16="http://schemas.microsoft.com/office/drawing/2014/main" id="{1BDB9319-2245-FB95-467C-A30459C16A32}"/>
              </a:ext>
            </a:extLst>
          </p:cNvPr>
          <p:cNvSpPr txBox="1">
            <a:spLocks/>
          </p:cNvSpPr>
          <p:nvPr/>
        </p:nvSpPr>
        <p:spPr>
          <a:xfrm>
            <a:off x="2411292" y="4065573"/>
            <a:ext cx="5924988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pPr marL="0" indent="0"/>
            <a:r>
              <a:rPr lang="ru-RU" sz="1200" b="0" dirty="0">
                <a:solidFill>
                  <a:schemeClr val="bg1">
                    <a:lumMod val="1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Долгий выбор задерживает работу официантов</a:t>
            </a:r>
            <a:endParaRPr lang="en-US" sz="1200" b="0" dirty="0">
              <a:solidFill>
                <a:schemeClr val="bg1">
                  <a:lumMod val="10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1">
          <a:extLst>
            <a:ext uri="{FF2B5EF4-FFF2-40B4-BE49-F238E27FC236}">
              <a16:creationId xmlns:a16="http://schemas.microsoft.com/office/drawing/2014/main" id="{6A886668-41A9-2167-DC79-AE7ACC527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57">
            <a:extLst>
              <a:ext uri="{FF2B5EF4-FFF2-40B4-BE49-F238E27FC236}">
                <a16:creationId xmlns:a16="http://schemas.microsoft.com/office/drawing/2014/main" id="{8762BEE3-E93C-0181-42AD-797BB49F8E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dirty="0">
                <a:solidFill>
                  <a:srgbClr val="45818E"/>
                </a:solidFill>
              </a:rPr>
              <a:t>А</a:t>
            </a:r>
            <a:r>
              <a:rPr lang="ru-RU" sz="3200" dirty="0">
                <a:solidFill>
                  <a:srgbClr val="0C343D"/>
                </a:solidFill>
              </a:rPr>
              <a:t>налоги разработки</a:t>
            </a:r>
            <a:endParaRPr dirty="0">
              <a:solidFill>
                <a:srgbClr val="0C343D"/>
              </a:solidFill>
            </a:endParaRPr>
          </a:p>
        </p:txBody>
      </p:sp>
      <p:sp>
        <p:nvSpPr>
          <p:cNvPr id="1057" name="Google Shape;1057;p57">
            <a:extLst>
              <a:ext uri="{FF2B5EF4-FFF2-40B4-BE49-F238E27FC236}">
                <a16:creationId xmlns:a16="http://schemas.microsoft.com/office/drawing/2014/main" id="{FAD201A4-A943-5495-F1C4-B77A7F9AD9C1}"/>
              </a:ext>
            </a:extLst>
          </p:cNvPr>
          <p:cNvSpPr txBox="1"/>
          <p:nvPr/>
        </p:nvSpPr>
        <p:spPr>
          <a:xfrm flipH="1">
            <a:off x="627237" y="2729391"/>
            <a:ext cx="2234282" cy="581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45818E"/>
                </a:solidFill>
                <a:effectLst/>
                <a:latin typeface="Sora" panose="020B0604020202020204" charset="0"/>
                <a:cs typeface="Sora" panose="020B0604020202020204" charset="0"/>
              </a:rPr>
              <a:t>McDonald's</a:t>
            </a:r>
            <a:endParaRPr sz="1800" b="1" dirty="0">
              <a:solidFill>
                <a:srgbClr val="45818E"/>
              </a:solidFill>
              <a:latin typeface="Sora" panose="020B0604020202020204" charset="0"/>
              <a:ea typeface="Sora"/>
              <a:cs typeface="Sora" panose="020B0604020202020204" charset="0"/>
              <a:sym typeface="Sora"/>
            </a:endParaRPr>
          </a:p>
        </p:txBody>
      </p:sp>
      <p:sp>
        <p:nvSpPr>
          <p:cNvPr id="1058" name="Google Shape;1058;p57">
            <a:extLst>
              <a:ext uri="{FF2B5EF4-FFF2-40B4-BE49-F238E27FC236}">
                <a16:creationId xmlns:a16="http://schemas.microsoft.com/office/drawing/2014/main" id="{3B716968-0052-66FF-904A-827BE775D34F}"/>
              </a:ext>
            </a:extLst>
          </p:cNvPr>
          <p:cNvSpPr txBox="1"/>
          <p:nvPr/>
        </p:nvSpPr>
        <p:spPr>
          <a:xfrm flipH="1">
            <a:off x="687625" y="3361804"/>
            <a:ext cx="2113503" cy="133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Lato" panose="020F0502020204030203" pitchFamily="34" charset="0"/>
              <a:buChar char="+"/>
            </a:pPr>
            <a:r>
              <a:rPr lang="ru-RU" sz="12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Киоски адаптируются под окружение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ru-RU" sz="12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182563" lvl="0" indent="-18256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Lato" panose="020F0502020204030203" pitchFamily="34" charset="0"/>
              <a:buChar char="-"/>
            </a:pPr>
            <a:r>
              <a:rPr lang="ru-RU" sz="12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Не учитывают предпочтения клиентов</a:t>
            </a:r>
            <a:endParaRPr sz="12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104" name="Google Shape;1104;p57">
            <a:extLst>
              <a:ext uri="{FF2B5EF4-FFF2-40B4-BE49-F238E27FC236}">
                <a16:creationId xmlns:a16="http://schemas.microsoft.com/office/drawing/2014/main" id="{3403B605-4FDC-D644-D677-3B9C387D8F36}"/>
              </a:ext>
            </a:extLst>
          </p:cNvPr>
          <p:cNvCxnSpPr>
            <a:cxnSpLocks/>
            <a:stCxn id="46" idx="2"/>
            <a:endCxn id="50" idx="1"/>
          </p:cNvCxnSpPr>
          <p:nvPr/>
        </p:nvCxnSpPr>
        <p:spPr>
          <a:xfrm rot="5400000" flipH="1" flipV="1">
            <a:off x="2774232" y="1084179"/>
            <a:ext cx="300076" cy="2359785"/>
          </a:xfrm>
          <a:prstGeom prst="bentConnector4">
            <a:avLst>
              <a:gd name="adj1" fmla="val -76181"/>
              <a:gd name="adj2" fmla="val 60317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105" name="Google Shape;1105;p57">
            <a:extLst>
              <a:ext uri="{FF2B5EF4-FFF2-40B4-BE49-F238E27FC236}">
                <a16:creationId xmlns:a16="http://schemas.microsoft.com/office/drawing/2014/main" id="{4103C1B1-161C-2F03-5860-4B110900D94B}"/>
              </a:ext>
            </a:extLst>
          </p:cNvPr>
          <p:cNvCxnSpPr>
            <a:cxnSpLocks/>
            <a:stCxn id="50" idx="0"/>
            <a:endCxn id="42" idx="1"/>
          </p:cNvCxnSpPr>
          <p:nvPr/>
        </p:nvCxnSpPr>
        <p:spPr>
          <a:xfrm rot="16200000" flipH="1">
            <a:off x="5510653" y="736759"/>
            <a:ext cx="514651" cy="2353766"/>
          </a:xfrm>
          <a:prstGeom prst="bentConnector4">
            <a:avLst>
              <a:gd name="adj1" fmla="val -44418"/>
              <a:gd name="adj2" fmla="val 60344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106" name="Google Shape;1106;p57">
            <a:extLst>
              <a:ext uri="{FF2B5EF4-FFF2-40B4-BE49-F238E27FC236}">
                <a16:creationId xmlns:a16="http://schemas.microsoft.com/office/drawing/2014/main" id="{AA8D6959-980D-F874-7F27-C98E71D62C29}"/>
              </a:ext>
            </a:extLst>
          </p:cNvPr>
          <p:cNvCxnSpPr>
            <a:cxnSpLocks/>
            <a:stCxn id="42" idx="2"/>
          </p:cNvCxnSpPr>
          <p:nvPr/>
        </p:nvCxnSpPr>
        <p:spPr>
          <a:xfrm rot="5400000" flipH="1" flipV="1">
            <a:off x="7720556" y="1082778"/>
            <a:ext cx="1168038" cy="1809905"/>
          </a:xfrm>
          <a:prstGeom prst="bentConnector4">
            <a:avLst>
              <a:gd name="adj1" fmla="val -12273"/>
              <a:gd name="adj2" fmla="val 62563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7" name="Google Shape;1057;p57">
            <a:extLst>
              <a:ext uri="{FF2B5EF4-FFF2-40B4-BE49-F238E27FC236}">
                <a16:creationId xmlns:a16="http://schemas.microsoft.com/office/drawing/2014/main" id="{7640907F-3DFC-F45D-5DBD-9A16461386B7}"/>
              </a:ext>
            </a:extLst>
          </p:cNvPr>
          <p:cNvSpPr txBox="1"/>
          <p:nvPr/>
        </p:nvSpPr>
        <p:spPr>
          <a:xfrm flipH="1">
            <a:off x="3406746" y="2780462"/>
            <a:ext cx="2353767" cy="581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i="0" dirty="0">
                <a:solidFill>
                  <a:srgbClr val="45818E"/>
                </a:solidFill>
                <a:effectLst/>
                <a:latin typeface="+mn-lt"/>
                <a:cs typeface="Sora" panose="020B0604020202020204" charset="0"/>
              </a:rPr>
              <a:t>Шоколадница</a:t>
            </a:r>
            <a:endParaRPr sz="1800" b="1" dirty="0">
              <a:solidFill>
                <a:srgbClr val="45818E"/>
              </a:solidFill>
              <a:latin typeface="Sora" panose="020B0604020202020204" charset="0"/>
              <a:ea typeface="Sora"/>
              <a:cs typeface="Sora" panose="020B0604020202020204" charset="0"/>
              <a:sym typeface="Sora"/>
            </a:endParaRPr>
          </a:p>
        </p:txBody>
      </p:sp>
      <p:sp>
        <p:nvSpPr>
          <p:cNvPr id="2" name="Google Shape;1058;p57">
            <a:extLst>
              <a:ext uri="{FF2B5EF4-FFF2-40B4-BE49-F238E27FC236}">
                <a16:creationId xmlns:a16="http://schemas.microsoft.com/office/drawing/2014/main" id="{6BAB9C3D-D5A3-5805-3B76-7A05D601ABAD}"/>
              </a:ext>
            </a:extLst>
          </p:cNvPr>
          <p:cNvSpPr txBox="1"/>
          <p:nvPr/>
        </p:nvSpPr>
        <p:spPr>
          <a:xfrm flipH="1">
            <a:off x="3376007" y="3361805"/>
            <a:ext cx="2430175" cy="133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82563" lvl="0" indent="-18256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Lato" panose="020F0502020204030203" pitchFamily="34" charset="0"/>
              <a:buChar char="+"/>
            </a:pPr>
            <a:r>
              <a:rPr lang="ru-RU" sz="12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Интерактивные планшеты с большим функционалом</a:t>
            </a:r>
          </a:p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2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182563" lvl="0" indent="-18256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Lato" panose="020F0502020204030203" pitchFamily="34" charset="0"/>
              <a:buChar char="-"/>
            </a:pPr>
            <a:r>
              <a:rPr lang="ru-RU" sz="12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Требуют регулярное техническое обслуживание</a:t>
            </a:r>
            <a:endParaRPr sz="12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" name="Google Shape;1057;p57">
            <a:extLst>
              <a:ext uri="{FF2B5EF4-FFF2-40B4-BE49-F238E27FC236}">
                <a16:creationId xmlns:a16="http://schemas.microsoft.com/office/drawing/2014/main" id="{42365D30-2723-622E-57E1-1B09DE781A54}"/>
              </a:ext>
            </a:extLst>
          </p:cNvPr>
          <p:cNvSpPr txBox="1"/>
          <p:nvPr/>
        </p:nvSpPr>
        <p:spPr>
          <a:xfrm flipH="1">
            <a:off x="5994006" y="2784442"/>
            <a:ext cx="2804159" cy="581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45818E"/>
                </a:solidFill>
                <a:effectLst/>
                <a:latin typeface="Sora" panose="020B0604020202020204" charset="0"/>
                <a:cs typeface="Sora" panose="020B0604020202020204" charset="0"/>
              </a:rPr>
              <a:t>Domino’s</a:t>
            </a:r>
            <a:r>
              <a:rPr lang="ru-RU" sz="2400" b="1" i="0" dirty="0">
                <a:solidFill>
                  <a:srgbClr val="45818E"/>
                </a:solidFill>
                <a:effectLst/>
                <a:latin typeface="Sora" panose="020B0604020202020204" charset="0"/>
                <a:cs typeface="Sora" panose="020B0604020202020204" charset="0"/>
              </a:rPr>
              <a:t> </a:t>
            </a:r>
            <a:r>
              <a:rPr lang="en-US" sz="2400" b="1" i="0" dirty="0">
                <a:solidFill>
                  <a:srgbClr val="45818E"/>
                </a:solidFill>
                <a:effectLst/>
                <a:latin typeface="Sora" panose="020B0604020202020204" charset="0"/>
                <a:cs typeface="Sora" panose="020B0604020202020204" charset="0"/>
              </a:rPr>
              <a:t>Pizza</a:t>
            </a:r>
            <a:endParaRPr sz="1800" b="1" dirty="0">
              <a:solidFill>
                <a:srgbClr val="45818E"/>
              </a:solidFill>
              <a:latin typeface="Sora" panose="020B0604020202020204" charset="0"/>
              <a:ea typeface="Sora"/>
              <a:cs typeface="Sora" panose="020B0604020202020204" charset="0"/>
              <a:sym typeface="Sora"/>
            </a:endParaRPr>
          </a:p>
        </p:txBody>
      </p:sp>
      <p:pic>
        <p:nvPicPr>
          <p:cNvPr id="42" name="Рисунок 41" descr="Изображение выглядит как текст, снимок экрана, логотип, График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6E53487-FC87-FDE9-39EE-07E5832906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4862" y="1770185"/>
            <a:ext cx="909521" cy="801565"/>
          </a:xfrm>
          <a:prstGeom prst="rect">
            <a:avLst/>
          </a:prstGeom>
        </p:spPr>
      </p:pic>
      <p:pic>
        <p:nvPicPr>
          <p:cNvPr id="46" name="Рисунок 45" descr="Изображение выглядит как логотип, символ, Графика, графическая вставк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B3691112-77E5-3FC9-F26D-AB7C4A7B41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7445" y="1440245"/>
            <a:ext cx="973865" cy="973865"/>
          </a:xfrm>
          <a:prstGeom prst="rect">
            <a:avLst/>
          </a:prstGeom>
        </p:spPr>
      </p:pic>
      <p:pic>
        <p:nvPicPr>
          <p:cNvPr id="50" name="Рисунок 49" descr="Изображение выглядит как логотип, символ, Графика, белы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82A6423C-A4DC-93AE-D588-C8022DDCE4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4163" y="1656317"/>
            <a:ext cx="973865" cy="915433"/>
          </a:xfrm>
          <a:prstGeom prst="rect">
            <a:avLst/>
          </a:prstGeom>
        </p:spPr>
      </p:pic>
      <p:sp>
        <p:nvSpPr>
          <p:cNvPr id="5" name="Google Shape;1058;p57">
            <a:extLst>
              <a:ext uri="{FF2B5EF4-FFF2-40B4-BE49-F238E27FC236}">
                <a16:creationId xmlns:a16="http://schemas.microsoft.com/office/drawing/2014/main" id="{5F97B8B8-92C4-3839-0919-C058C54F0078}"/>
              </a:ext>
            </a:extLst>
          </p:cNvPr>
          <p:cNvSpPr txBox="1"/>
          <p:nvPr/>
        </p:nvSpPr>
        <p:spPr>
          <a:xfrm flipH="1">
            <a:off x="6305740" y="3361804"/>
            <a:ext cx="2186426" cy="133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82563" lvl="0" indent="-18256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Lato" panose="020F0502020204030203" pitchFamily="34" charset="0"/>
              <a:buChar char="+"/>
            </a:pPr>
            <a:r>
              <a:rPr lang="ru-RU" sz="12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Голосовой ввод для заказа пиццы</a:t>
            </a:r>
          </a:p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2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182563" lvl="0" indent="-18256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Lato" panose="020F0502020204030203" pitchFamily="34" charset="0"/>
              <a:buChar char="-"/>
            </a:pPr>
            <a:r>
              <a:rPr lang="ru-RU" sz="12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Использует шаблонные сценарии без анализа</a:t>
            </a:r>
            <a:endParaRPr sz="12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4266995339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41"/>
          <p:cNvSpPr/>
          <p:nvPr/>
        </p:nvSpPr>
        <p:spPr>
          <a:xfrm>
            <a:off x="6493549" y="1246035"/>
            <a:ext cx="716400" cy="71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1" name="Google Shape;631;p41"/>
          <p:cNvSpPr/>
          <p:nvPr/>
        </p:nvSpPr>
        <p:spPr>
          <a:xfrm>
            <a:off x="3855600" y="1273537"/>
            <a:ext cx="716400" cy="71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2" name="Google Shape;632;p41"/>
          <p:cNvSpPr txBox="1">
            <a:spLocks noGrp="1"/>
          </p:cNvSpPr>
          <p:nvPr>
            <p:ph type="title"/>
          </p:nvPr>
        </p:nvSpPr>
        <p:spPr>
          <a:xfrm>
            <a:off x="780792" y="234083"/>
            <a:ext cx="7704000" cy="82019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dirty="0">
                <a:solidFill>
                  <a:srgbClr val="45818E"/>
                </a:solidFill>
              </a:rPr>
              <a:t>П</a:t>
            </a:r>
            <a:r>
              <a:rPr lang="ru-RU" sz="3200" dirty="0"/>
              <a:t>реимущества</a:t>
            </a:r>
            <a:endParaRPr sz="3200" dirty="0"/>
          </a:p>
        </p:txBody>
      </p:sp>
      <p:sp>
        <p:nvSpPr>
          <p:cNvPr id="633" name="Google Shape;633;p41"/>
          <p:cNvSpPr txBox="1">
            <a:spLocks noGrp="1"/>
          </p:cNvSpPr>
          <p:nvPr>
            <p:ph type="subTitle" idx="1"/>
          </p:nvPr>
        </p:nvSpPr>
        <p:spPr>
          <a:xfrm>
            <a:off x="780792" y="3038445"/>
            <a:ext cx="2464231" cy="13407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Нейро-чат</a:t>
            </a:r>
            <a:br>
              <a:rPr lang="ru-RU" dirty="0"/>
            </a:br>
            <a:r>
              <a:rPr lang="ru-RU" dirty="0"/>
              <a:t>позволяет получать персонализированные рекомендации</a:t>
            </a:r>
            <a:endParaRPr dirty="0"/>
          </a:p>
        </p:txBody>
      </p:sp>
      <p:sp>
        <p:nvSpPr>
          <p:cNvPr id="636" name="Google Shape;636;p41"/>
          <p:cNvSpPr txBox="1">
            <a:spLocks noGrp="1"/>
          </p:cNvSpPr>
          <p:nvPr>
            <p:ph type="subTitle" idx="4"/>
          </p:nvPr>
        </p:nvSpPr>
        <p:spPr>
          <a:xfrm>
            <a:off x="767716" y="2209198"/>
            <a:ext cx="3124715" cy="76212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Индивидуальный подход</a:t>
            </a:r>
            <a:endParaRPr dirty="0"/>
          </a:p>
        </p:txBody>
      </p:sp>
      <p:grpSp>
        <p:nvGrpSpPr>
          <p:cNvPr id="639" name="Google Shape;639;p41"/>
          <p:cNvGrpSpPr/>
          <p:nvPr/>
        </p:nvGrpSpPr>
        <p:grpSpPr>
          <a:xfrm>
            <a:off x="6601574" y="1354026"/>
            <a:ext cx="500353" cy="500435"/>
            <a:chOff x="2291550" y="1480816"/>
            <a:chExt cx="500353" cy="500435"/>
          </a:xfrm>
        </p:grpSpPr>
        <p:sp>
          <p:nvSpPr>
            <p:cNvPr id="640" name="Google Shape;640;p41"/>
            <p:cNvSpPr/>
            <p:nvPr/>
          </p:nvSpPr>
          <p:spPr>
            <a:xfrm>
              <a:off x="2291550" y="1480816"/>
              <a:ext cx="352810" cy="59525"/>
            </a:xfrm>
            <a:custGeom>
              <a:avLst/>
              <a:gdLst/>
              <a:ahLst/>
              <a:cxnLst/>
              <a:rect l="l" t="t" r="r" b="b"/>
              <a:pathLst>
                <a:path w="12927" h="2181" extrusionOk="0">
                  <a:moveTo>
                    <a:pt x="1" y="0"/>
                  </a:moveTo>
                  <a:lnTo>
                    <a:pt x="1" y="2181"/>
                  </a:lnTo>
                  <a:lnTo>
                    <a:pt x="12927" y="2181"/>
                  </a:lnTo>
                  <a:lnTo>
                    <a:pt x="1292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41"/>
            <p:cNvSpPr/>
            <p:nvPr/>
          </p:nvSpPr>
          <p:spPr>
            <a:xfrm>
              <a:off x="2673618" y="1480816"/>
              <a:ext cx="118286" cy="59525"/>
            </a:xfrm>
            <a:custGeom>
              <a:avLst/>
              <a:gdLst/>
              <a:ahLst/>
              <a:cxnLst/>
              <a:rect l="l" t="t" r="r" b="b"/>
              <a:pathLst>
                <a:path w="4334" h="2181" extrusionOk="0">
                  <a:moveTo>
                    <a:pt x="0" y="0"/>
                  </a:moveTo>
                  <a:lnTo>
                    <a:pt x="0" y="2181"/>
                  </a:lnTo>
                  <a:lnTo>
                    <a:pt x="4334" y="2181"/>
                  </a:lnTo>
                  <a:lnTo>
                    <a:pt x="43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41"/>
            <p:cNvSpPr/>
            <p:nvPr/>
          </p:nvSpPr>
          <p:spPr>
            <a:xfrm>
              <a:off x="2291550" y="1569790"/>
              <a:ext cx="500353" cy="411462"/>
            </a:xfrm>
            <a:custGeom>
              <a:avLst/>
              <a:gdLst/>
              <a:ahLst/>
              <a:cxnLst/>
              <a:rect l="l" t="t" r="r" b="b"/>
              <a:pathLst>
                <a:path w="18333" h="15076" extrusionOk="0">
                  <a:moveTo>
                    <a:pt x="3261" y="2686"/>
                  </a:moveTo>
                  <a:lnTo>
                    <a:pt x="3261" y="3762"/>
                  </a:lnTo>
                  <a:lnTo>
                    <a:pt x="2185" y="3762"/>
                  </a:lnTo>
                  <a:lnTo>
                    <a:pt x="2185" y="2686"/>
                  </a:lnTo>
                  <a:close/>
                  <a:moveTo>
                    <a:pt x="11854" y="2686"/>
                  </a:moveTo>
                  <a:lnTo>
                    <a:pt x="11854" y="3762"/>
                  </a:lnTo>
                  <a:lnTo>
                    <a:pt x="4331" y="3762"/>
                  </a:lnTo>
                  <a:lnTo>
                    <a:pt x="4331" y="2686"/>
                  </a:lnTo>
                  <a:close/>
                  <a:moveTo>
                    <a:pt x="16152" y="2686"/>
                  </a:moveTo>
                  <a:lnTo>
                    <a:pt x="16152" y="3762"/>
                  </a:lnTo>
                  <a:lnTo>
                    <a:pt x="12930" y="3762"/>
                  </a:lnTo>
                  <a:lnTo>
                    <a:pt x="12930" y="2686"/>
                  </a:lnTo>
                  <a:close/>
                  <a:moveTo>
                    <a:pt x="3261" y="4835"/>
                  </a:moveTo>
                  <a:lnTo>
                    <a:pt x="3261" y="5911"/>
                  </a:lnTo>
                  <a:lnTo>
                    <a:pt x="2185" y="5911"/>
                  </a:lnTo>
                  <a:lnTo>
                    <a:pt x="2185" y="4835"/>
                  </a:lnTo>
                  <a:close/>
                  <a:moveTo>
                    <a:pt x="7556" y="4835"/>
                  </a:moveTo>
                  <a:lnTo>
                    <a:pt x="7556" y="5911"/>
                  </a:lnTo>
                  <a:lnTo>
                    <a:pt x="4331" y="5911"/>
                  </a:lnTo>
                  <a:lnTo>
                    <a:pt x="4331" y="4835"/>
                  </a:lnTo>
                  <a:close/>
                  <a:moveTo>
                    <a:pt x="9705" y="4835"/>
                  </a:moveTo>
                  <a:lnTo>
                    <a:pt x="9705" y="5911"/>
                  </a:lnTo>
                  <a:lnTo>
                    <a:pt x="8629" y="5911"/>
                  </a:lnTo>
                  <a:lnTo>
                    <a:pt x="8629" y="4835"/>
                  </a:lnTo>
                  <a:close/>
                  <a:moveTo>
                    <a:pt x="16148" y="4835"/>
                  </a:moveTo>
                  <a:lnTo>
                    <a:pt x="16148" y="5911"/>
                  </a:lnTo>
                  <a:lnTo>
                    <a:pt x="10778" y="5911"/>
                  </a:lnTo>
                  <a:lnTo>
                    <a:pt x="10778" y="4835"/>
                  </a:lnTo>
                  <a:close/>
                  <a:moveTo>
                    <a:pt x="3261" y="6980"/>
                  </a:moveTo>
                  <a:lnTo>
                    <a:pt x="3261" y="8057"/>
                  </a:lnTo>
                  <a:lnTo>
                    <a:pt x="2185" y="8057"/>
                  </a:lnTo>
                  <a:lnTo>
                    <a:pt x="2185" y="6980"/>
                  </a:lnTo>
                  <a:close/>
                  <a:moveTo>
                    <a:pt x="11854" y="6980"/>
                  </a:moveTo>
                  <a:lnTo>
                    <a:pt x="11854" y="8057"/>
                  </a:lnTo>
                  <a:lnTo>
                    <a:pt x="4331" y="8057"/>
                  </a:lnTo>
                  <a:lnTo>
                    <a:pt x="4331" y="6980"/>
                  </a:lnTo>
                  <a:close/>
                  <a:moveTo>
                    <a:pt x="13999" y="6980"/>
                  </a:moveTo>
                  <a:lnTo>
                    <a:pt x="13999" y="8057"/>
                  </a:lnTo>
                  <a:lnTo>
                    <a:pt x="12923" y="8057"/>
                  </a:lnTo>
                  <a:lnTo>
                    <a:pt x="12923" y="6980"/>
                  </a:lnTo>
                  <a:close/>
                  <a:moveTo>
                    <a:pt x="16148" y="6980"/>
                  </a:moveTo>
                  <a:lnTo>
                    <a:pt x="16148" y="8057"/>
                  </a:lnTo>
                  <a:lnTo>
                    <a:pt x="15072" y="8057"/>
                  </a:lnTo>
                  <a:lnTo>
                    <a:pt x="15072" y="6980"/>
                  </a:lnTo>
                  <a:close/>
                  <a:moveTo>
                    <a:pt x="3261" y="9129"/>
                  </a:moveTo>
                  <a:lnTo>
                    <a:pt x="3261" y="10206"/>
                  </a:lnTo>
                  <a:lnTo>
                    <a:pt x="2185" y="10206"/>
                  </a:lnTo>
                  <a:lnTo>
                    <a:pt x="2185" y="9129"/>
                  </a:lnTo>
                  <a:close/>
                  <a:moveTo>
                    <a:pt x="16148" y="9129"/>
                  </a:moveTo>
                  <a:lnTo>
                    <a:pt x="16148" y="10206"/>
                  </a:lnTo>
                  <a:lnTo>
                    <a:pt x="4331" y="10206"/>
                  </a:lnTo>
                  <a:lnTo>
                    <a:pt x="4331" y="9129"/>
                  </a:lnTo>
                  <a:close/>
                  <a:moveTo>
                    <a:pt x="8629" y="11278"/>
                  </a:moveTo>
                  <a:lnTo>
                    <a:pt x="8629" y="12355"/>
                  </a:lnTo>
                  <a:lnTo>
                    <a:pt x="7552" y="12355"/>
                  </a:lnTo>
                  <a:lnTo>
                    <a:pt x="7552" y="11278"/>
                  </a:lnTo>
                  <a:close/>
                  <a:moveTo>
                    <a:pt x="10781" y="11278"/>
                  </a:moveTo>
                  <a:lnTo>
                    <a:pt x="10781" y="12355"/>
                  </a:lnTo>
                  <a:lnTo>
                    <a:pt x="9705" y="12355"/>
                  </a:lnTo>
                  <a:lnTo>
                    <a:pt x="9705" y="11278"/>
                  </a:lnTo>
                  <a:close/>
                  <a:moveTo>
                    <a:pt x="12930" y="11278"/>
                  </a:moveTo>
                  <a:lnTo>
                    <a:pt x="12930" y="12355"/>
                  </a:lnTo>
                  <a:lnTo>
                    <a:pt x="11854" y="12355"/>
                  </a:lnTo>
                  <a:lnTo>
                    <a:pt x="11854" y="11278"/>
                  </a:lnTo>
                  <a:close/>
                  <a:moveTo>
                    <a:pt x="16148" y="11278"/>
                  </a:moveTo>
                  <a:lnTo>
                    <a:pt x="16148" y="12355"/>
                  </a:lnTo>
                  <a:lnTo>
                    <a:pt x="13999" y="12355"/>
                  </a:lnTo>
                  <a:lnTo>
                    <a:pt x="13999" y="11278"/>
                  </a:lnTo>
                  <a:close/>
                  <a:moveTo>
                    <a:pt x="1" y="1"/>
                  </a:moveTo>
                  <a:lnTo>
                    <a:pt x="1" y="15075"/>
                  </a:lnTo>
                  <a:lnTo>
                    <a:pt x="18333" y="15075"/>
                  </a:lnTo>
                  <a:lnTo>
                    <a:pt x="1833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3" name="Google Shape;643;p41"/>
          <p:cNvGrpSpPr/>
          <p:nvPr/>
        </p:nvGrpSpPr>
        <p:grpSpPr>
          <a:xfrm>
            <a:off x="3963468" y="1381481"/>
            <a:ext cx="500654" cy="500544"/>
            <a:chOff x="719993" y="2099482"/>
            <a:chExt cx="500654" cy="500544"/>
          </a:xfrm>
        </p:grpSpPr>
        <p:sp>
          <p:nvSpPr>
            <p:cNvPr id="644" name="Google Shape;644;p41"/>
            <p:cNvSpPr/>
            <p:nvPr/>
          </p:nvSpPr>
          <p:spPr>
            <a:xfrm>
              <a:off x="719993" y="2099482"/>
              <a:ext cx="500654" cy="500544"/>
            </a:xfrm>
            <a:custGeom>
              <a:avLst/>
              <a:gdLst/>
              <a:ahLst/>
              <a:cxnLst/>
              <a:rect l="l" t="t" r="r" b="b"/>
              <a:pathLst>
                <a:path w="18344" h="18340" extrusionOk="0">
                  <a:moveTo>
                    <a:pt x="9716" y="2178"/>
                  </a:moveTo>
                  <a:cubicBezTo>
                    <a:pt x="13138" y="2439"/>
                    <a:pt x="15908" y="5212"/>
                    <a:pt x="16170" y="8632"/>
                  </a:cubicBezTo>
                  <a:lnTo>
                    <a:pt x="14010" y="8632"/>
                  </a:lnTo>
                  <a:lnTo>
                    <a:pt x="14010" y="9701"/>
                  </a:lnTo>
                  <a:lnTo>
                    <a:pt x="16170" y="9701"/>
                  </a:lnTo>
                  <a:cubicBezTo>
                    <a:pt x="15905" y="13127"/>
                    <a:pt x="13131" y="15897"/>
                    <a:pt x="9712" y="16162"/>
                  </a:cubicBezTo>
                  <a:lnTo>
                    <a:pt x="9712" y="14002"/>
                  </a:lnTo>
                  <a:lnTo>
                    <a:pt x="8636" y="14002"/>
                  </a:lnTo>
                  <a:lnTo>
                    <a:pt x="8636" y="16162"/>
                  </a:lnTo>
                  <a:cubicBezTo>
                    <a:pt x="5216" y="15897"/>
                    <a:pt x="2446" y="13127"/>
                    <a:pt x="2185" y="9708"/>
                  </a:cubicBezTo>
                  <a:lnTo>
                    <a:pt x="4341" y="9708"/>
                  </a:lnTo>
                  <a:lnTo>
                    <a:pt x="4341" y="8632"/>
                  </a:lnTo>
                  <a:lnTo>
                    <a:pt x="2185" y="8632"/>
                  </a:lnTo>
                  <a:cubicBezTo>
                    <a:pt x="2446" y="5212"/>
                    <a:pt x="5216" y="2442"/>
                    <a:pt x="8639" y="2178"/>
                  </a:cubicBezTo>
                  <a:lnTo>
                    <a:pt x="8639" y="4334"/>
                  </a:lnTo>
                  <a:lnTo>
                    <a:pt x="9716" y="4334"/>
                  </a:lnTo>
                  <a:lnTo>
                    <a:pt x="9716" y="2178"/>
                  </a:lnTo>
                  <a:close/>
                  <a:moveTo>
                    <a:pt x="8636" y="1"/>
                  </a:moveTo>
                  <a:lnTo>
                    <a:pt x="8636" y="1102"/>
                  </a:lnTo>
                  <a:cubicBezTo>
                    <a:pt x="4620" y="1366"/>
                    <a:pt x="1374" y="4616"/>
                    <a:pt x="1105" y="8632"/>
                  </a:cubicBezTo>
                  <a:lnTo>
                    <a:pt x="1" y="8632"/>
                  </a:lnTo>
                  <a:lnTo>
                    <a:pt x="1" y="9708"/>
                  </a:lnTo>
                  <a:lnTo>
                    <a:pt x="1105" y="9708"/>
                  </a:lnTo>
                  <a:cubicBezTo>
                    <a:pt x="1370" y="13720"/>
                    <a:pt x="4620" y="16967"/>
                    <a:pt x="8636" y="17235"/>
                  </a:cubicBezTo>
                  <a:lnTo>
                    <a:pt x="8636" y="18339"/>
                  </a:lnTo>
                  <a:lnTo>
                    <a:pt x="9712" y="18339"/>
                  </a:lnTo>
                  <a:lnTo>
                    <a:pt x="9712" y="17235"/>
                  </a:lnTo>
                  <a:cubicBezTo>
                    <a:pt x="13724" y="16970"/>
                    <a:pt x="16971" y="13720"/>
                    <a:pt x="17239" y="9708"/>
                  </a:cubicBezTo>
                  <a:lnTo>
                    <a:pt x="18343" y="9708"/>
                  </a:lnTo>
                  <a:lnTo>
                    <a:pt x="18343" y="8632"/>
                  </a:lnTo>
                  <a:lnTo>
                    <a:pt x="17239" y="8632"/>
                  </a:lnTo>
                  <a:cubicBezTo>
                    <a:pt x="16974" y="4616"/>
                    <a:pt x="13724" y="1370"/>
                    <a:pt x="9712" y="1102"/>
                  </a:cubicBezTo>
                  <a:lnTo>
                    <a:pt x="971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41"/>
            <p:cNvSpPr/>
            <p:nvPr/>
          </p:nvSpPr>
          <p:spPr>
            <a:xfrm>
              <a:off x="720212" y="2099482"/>
              <a:ext cx="88919" cy="88919"/>
            </a:xfrm>
            <a:custGeom>
              <a:avLst/>
              <a:gdLst/>
              <a:ahLst/>
              <a:cxnLst/>
              <a:rect l="l" t="t" r="r" b="b"/>
              <a:pathLst>
                <a:path w="3258" h="3258" extrusionOk="0">
                  <a:moveTo>
                    <a:pt x="0" y="1"/>
                  </a:moveTo>
                  <a:lnTo>
                    <a:pt x="0" y="3258"/>
                  </a:lnTo>
                  <a:lnTo>
                    <a:pt x="1076" y="3258"/>
                  </a:lnTo>
                  <a:lnTo>
                    <a:pt x="1076" y="1077"/>
                  </a:lnTo>
                  <a:lnTo>
                    <a:pt x="3257" y="1077"/>
                  </a:lnTo>
                  <a:lnTo>
                    <a:pt x="325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41"/>
            <p:cNvSpPr/>
            <p:nvPr/>
          </p:nvSpPr>
          <p:spPr>
            <a:xfrm>
              <a:off x="720212" y="2510999"/>
              <a:ext cx="88919" cy="89028"/>
            </a:xfrm>
            <a:custGeom>
              <a:avLst/>
              <a:gdLst/>
              <a:ahLst/>
              <a:cxnLst/>
              <a:rect l="l" t="t" r="r" b="b"/>
              <a:pathLst>
                <a:path w="3258" h="3262" extrusionOk="0">
                  <a:moveTo>
                    <a:pt x="0" y="1"/>
                  </a:moveTo>
                  <a:lnTo>
                    <a:pt x="0" y="3261"/>
                  </a:lnTo>
                  <a:lnTo>
                    <a:pt x="3257" y="3261"/>
                  </a:lnTo>
                  <a:lnTo>
                    <a:pt x="3257" y="2185"/>
                  </a:lnTo>
                  <a:lnTo>
                    <a:pt x="1076" y="2185"/>
                  </a:lnTo>
                  <a:lnTo>
                    <a:pt x="107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41"/>
            <p:cNvSpPr/>
            <p:nvPr/>
          </p:nvSpPr>
          <p:spPr>
            <a:xfrm>
              <a:off x="1132601" y="2099482"/>
              <a:ext cx="88046" cy="88919"/>
            </a:xfrm>
            <a:custGeom>
              <a:avLst/>
              <a:gdLst/>
              <a:ahLst/>
              <a:cxnLst/>
              <a:rect l="l" t="t" r="r" b="b"/>
              <a:pathLst>
                <a:path w="3226" h="3258" extrusionOk="0">
                  <a:moveTo>
                    <a:pt x="0" y="1"/>
                  </a:moveTo>
                  <a:lnTo>
                    <a:pt x="0" y="1077"/>
                  </a:lnTo>
                  <a:lnTo>
                    <a:pt x="2149" y="1077"/>
                  </a:lnTo>
                  <a:lnTo>
                    <a:pt x="2149" y="3258"/>
                  </a:lnTo>
                  <a:lnTo>
                    <a:pt x="3225" y="3258"/>
                  </a:lnTo>
                  <a:lnTo>
                    <a:pt x="322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41"/>
            <p:cNvSpPr/>
            <p:nvPr/>
          </p:nvSpPr>
          <p:spPr>
            <a:xfrm>
              <a:off x="1132601" y="2510999"/>
              <a:ext cx="88046" cy="89028"/>
            </a:xfrm>
            <a:custGeom>
              <a:avLst/>
              <a:gdLst/>
              <a:ahLst/>
              <a:cxnLst/>
              <a:rect l="l" t="t" r="r" b="b"/>
              <a:pathLst>
                <a:path w="3226" h="3262" extrusionOk="0">
                  <a:moveTo>
                    <a:pt x="2149" y="1"/>
                  </a:moveTo>
                  <a:lnTo>
                    <a:pt x="2149" y="2185"/>
                  </a:lnTo>
                  <a:lnTo>
                    <a:pt x="0" y="2185"/>
                  </a:lnTo>
                  <a:lnTo>
                    <a:pt x="0" y="3261"/>
                  </a:lnTo>
                  <a:lnTo>
                    <a:pt x="3225" y="3261"/>
                  </a:lnTo>
                  <a:lnTo>
                    <a:pt x="322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41"/>
            <p:cNvSpPr/>
            <p:nvPr/>
          </p:nvSpPr>
          <p:spPr>
            <a:xfrm>
              <a:off x="867537" y="2247026"/>
              <a:ext cx="205649" cy="205458"/>
            </a:xfrm>
            <a:custGeom>
              <a:avLst/>
              <a:gdLst/>
              <a:ahLst/>
              <a:cxnLst/>
              <a:rect l="l" t="t" r="r" b="b"/>
              <a:pathLst>
                <a:path w="7535" h="7528" extrusionOk="0">
                  <a:moveTo>
                    <a:pt x="4310" y="3226"/>
                  </a:moveTo>
                  <a:lnTo>
                    <a:pt x="4310" y="4302"/>
                  </a:lnTo>
                  <a:lnTo>
                    <a:pt x="3233" y="4302"/>
                  </a:lnTo>
                  <a:lnTo>
                    <a:pt x="3233" y="3226"/>
                  </a:lnTo>
                  <a:close/>
                  <a:moveTo>
                    <a:pt x="2153" y="1"/>
                  </a:moveTo>
                  <a:lnTo>
                    <a:pt x="2153" y="1077"/>
                  </a:lnTo>
                  <a:lnTo>
                    <a:pt x="1077" y="1077"/>
                  </a:lnTo>
                  <a:lnTo>
                    <a:pt x="1077" y="2153"/>
                  </a:lnTo>
                  <a:lnTo>
                    <a:pt x="1" y="2153"/>
                  </a:lnTo>
                  <a:lnTo>
                    <a:pt x="1" y="3229"/>
                  </a:lnTo>
                  <a:lnTo>
                    <a:pt x="1077" y="3229"/>
                  </a:lnTo>
                  <a:lnTo>
                    <a:pt x="1077" y="4306"/>
                  </a:lnTo>
                  <a:lnTo>
                    <a:pt x="1" y="4306"/>
                  </a:lnTo>
                  <a:lnTo>
                    <a:pt x="1" y="5375"/>
                  </a:lnTo>
                  <a:lnTo>
                    <a:pt x="1077" y="5375"/>
                  </a:lnTo>
                  <a:lnTo>
                    <a:pt x="1077" y="6451"/>
                  </a:lnTo>
                  <a:lnTo>
                    <a:pt x="2153" y="6451"/>
                  </a:lnTo>
                  <a:lnTo>
                    <a:pt x="2153" y="7527"/>
                  </a:lnTo>
                  <a:lnTo>
                    <a:pt x="3230" y="7527"/>
                  </a:lnTo>
                  <a:lnTo>
                    <a:pt x="3230" y="6451"/>
                  </a:lnTo>
                  <a:lnTo>
                    <a:pt x="4306" y="6451"/>
                  </a:lnTo>
                  <a:lnTo>
                    <a:pt x="4306" y="7527"/>
                  </a:lnTo>
                  <a:lnTo>
                    <a:pt x="5382" y="7527"/>
                  </a:lnTo>
                  <a:lnTo>
                    <a:pt x="5382" y="6451"/>
                  </a:lnTo>
                  <a:lnTo>
                    <a:pt x="6459" y="6451"/>
                  </a:lnTo>
                  <a:lnTo>
                    <a:pt x="6459" y="5375"/>
                  </a:lnTo>
                  <a:lnTo>
                    <a:pt x="7535" y="5375"/>
                  </a:lnTo>
                  <a:lnTo>
                    <a:pt x="7535" y="4299"/>
                  </a:lnTo>
                  <a:lnTo>
                    <a:pt x="6459" y="4299"/>
                  </a:lnTo>
                  <a:lnTo>
                    <a:pt x="6459" y="3222"/>
                  </a:lnTo>
                  <a:lnTo>
                    <a:pt x="7535" y="3222"/>
                  </a:lnTo>
                  <a:lnTo>
                    <a:pt x="7535" y="2153"/>
                  </a:lnTo>
                  <a:lnTo>
                    <a:pt x="6459" y="2153"/>
                  </a:lnTo>
                  <a:lnTo>
                    <a:pt x="6459" y="1077"/>
                  </a:lnTo>
                  <a:lnTo>
                    <a:pt x="5382" y="1077"/>
                  </a:lnTo>
                  <a:lnTo>
                    <a:pt x="5382" y="1"/>
                  </a:lnTo>
                  <a:lnTo>
                    <a:pt x="4306" y="1"/>
                  </a:lnTo>
                  <a:lnTo>
                    <a:pt x="4306" y="1077"/>
                  </a:lnTo>
                  <a:lnTo>
                    <a:pt x="3230" y="1077"/>
                  </a:lnTo>
                  <a:lnTo>
                    <a:pt x="323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0" name="Google Shape;650;p41"/>
          <p:cNvSpPr/>
          <p:nvPr/>
        </p:nvSpPr>
        <p:spPr>
          <a:xfrm>
            <a:off x="859451" y="1289909"/>
            <a:ext cx="716400" cy="71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651" name="Google Shape;651;p41"/>
          <p:cNvGrpSpPr/>
          <p:nvPr/>
        </p:nvGrpSpPr>
        <p:grpSpPr>
          <a:xfrm>
            <a:off x="967432" y="1428144"/>
            <a:ext cx="500435" cy="439955"/>
            <a:chOff x="2304569" y="2129723"/>
            <a:chExt cx="500435" cy="439955"/>
          </a:xfrm>
        </p:grpSpPr>
        <p:sp>
          <p:nvSpPr>
            <p:cNvPr id="652" name="Google Shape;652;p41"/>
            <p:cNvSpPr/>
            <p:nvPr/>
          </p:nvSpPr>
          <p:spPr>
            <a:xfrm>
              <a:off x="2304569" y="2129723"/>
              <a:ext cx="500353" cy="176091"/>
            </a:xfrm>
            <a:custGeom>
              <a:avLst/>
              <a:gdLst/>
              <a:ahLst/>
              <a:cxnLst/>
              <a:rect l="l" t="t" r="r" b="b"/>
              <a:pathLst>
                <a:path w="18333" h="6452" extrusionOk="0">
                  <a:moveTo>
                    <a:pt x="9164" y="1"/>
                  </a:moveTo>
                  <a:lnTo>
                    <a:pt x="0" y="3226"/>
                  </a:lnTo>
                  <a:lnTo>
                    <a:pt x="9164" y="6451"/>
                  </a:lnTo>
                  <a:lnTo>
                    <a:pt x="18332" y="3226"/>
                  </a:lnTo>
                  <a:lnTo>
                    <a:pt x="916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41"/>
            <p:cNvSpPr/>
            <p:nvPr/>
          </p:nvSpPr>
          <p:spPr>
            <a:xfrm>
              <a:off x="2304651" y="2277375"/>
              <a:ext cx="500353" cy="116457"/>
            </a:xfrm>
            <a:custGeom>
              <a:avLst/>
              <a:gdLst/>
              <a:ahLst/>
              <a:cxnLst/>
              <a:rect l="l" t="t" r="r" b="b"/>
              <a:pathLst>
                <a:path w="18333" h="4267" extrusionOk="0">
                  <a:moveTo>
                    <a:pt x="2951" y="0"/>
                  </a:moveTo>
                  <a:lnTo>
                    <a:pt x="1" y="1041"/>
                  </a:lnTo>
                  <a:lnTo>
                    <a:pt x="9165" y="4266"/>
                  </a:lnTo>
                  <a:lnTo>
                    <a:pt x="18333" y="1041"/>
                  </a:lnTo>
                  <a:lnTo>
                    <a:pt x="15383" y="0"/>
                  </a:lnTo>
                  <a:lnTo>
                    <a:pt x="9168" y="2181"/>
                  </a:lnTo>
                  <a:lnTo>
                    <a:pt x="295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41"/>
            <p:cNvSpPr/>
            <p:nvPr/>
          </p:nvSpPr>
          <p:spPr>
            <a:xfrm>
              <a:off x="2304651" y="2365393"/>
              <a:ext cx="500353" cy="116457"/>
            </a:xfrm>
            <a:custGeom>
              <a:avLst/>
              <a:gdLst/>
              <a:ahLst/>
              <a:cxnLst/>
              <a:rect l="l" t="t" r="r" b="b"/>
              <a:pathLst>
                <a:path w="18333" h="4267" extrusionOk="0">
                  <a:moveTo>
                    <a:pt x="2951" y="0"/>
                  </a:moveTo>
                  <a:lnTo>
                    <a:pt x="1" y="1041"/>
                  </a:lnTo>
                  <a:lnTo>
                    <a:pt x="9165" y="4267"/>
                  </a:lnTo>
                  <a:lnTo>
                    <a:pt x="18333" y="1041"/>
                  </a:lnTo>
                  <a:lnTo>
                    <a:pt x="15383" y="0"/>
                  </a:lnTo>
                  <a:lnTo>
                    <a:pt x="9168" y="2178"/>
                  </a:lnTo>
                  <a:lnTo>
                    <a:pt x="295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41"/>
            <p:cNvSpPr/>
            <p:nvPr/>
          </p:nvSpPr>
          <p:spPr>
            <a:xfrm>
              <a:off x="2304651" y="2453221"/>
              <a:ext cx="500353" cy="116457"/>
            </a:xfrm>
            <a:custGeom>
              <a:avLst/>
              <a:gdLst/>
              <a:ahLst/>
              <a:cxnLst/>
              <a:rect l="l" t="t" r="r" b="b"/>
              <a:pathLst>
                <a:path w="18333" h="4267" extrusionOk="0">
                  <a:moveTo>
                    <a:pt x="2951" y="1"/>
                  </a:moveTo>
                  <a:lnTo>
                    <a:pt x="1" y="1041"/>
                  </a:lnTo>
                  <a:lnTo>
                    <a:pt x="9165" y="4267"/>
                  </a:lnTo>
                  <a:lnTo>
                    <a:pt x="18333" y="1041"/>
                  </a:lnTo>
                  <a:lnTo>
                    <a:pt x="15383" y="1"/>
                  </a:lnTo>
                  <a:lnTo>
                    <a:pt x="9168" y="2181"/>
                  </a:lnTo>
                  <a:lnTo>
                    <a:pt x="295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636;p41">
            <a:extLst>
              <a:ext uri="{FF2B5EF4-FFF2-40B4-BE49-F238E27FC236}">
                <a16:creationId xmlns:a16="http://schemas.microsoft.com/office/drawing/2014/main" id="{03079898-B09E-6BEE-D9DC-881D12147BE9}"/>
              </a:ext>
            </a:extLst>
          </p:cNvPr>
          <p:cNvSpPr txBox="1">
            <a:spLocks/>
          </p:cNvSpPr>
          <p:nvPr/>
        </p:nvSpPr>
        <p:spPr>
          <a:xfrm>
            <a:off x="3787461" y="2190688"/>
            <a:ext cx="2464231" cy="762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pPr marL="0" indent="0"/>
            <a:r>
              <a:rPr lang="ru-RU" dirty="0"/>
              <a:t>Удобный интерфейс</a:t>
            </a:r>
          </a:p>
        </p:txBody>
      </p:sp>
      <p:sp>
        <p:nvSpPr>
          <p:cNvPr id="5" name="Google Shape;633;p41">
            <a:extLst>
              <a:ext uri="{FF2B5EF4-FFF2-40B4-BE49-F238E27FC236}">
                <a16:creationId xmlns:a16="http://schemas.microsoft.com/office/drawing/2014/main" id="{FF037A0B-6E1B-8667-4C0E-3AE315EF041E}"/>
              </a:ext>
            </a:extLst>
          </p:cNvPr>
          <p:cNvSpPr txBox="1">
            <a:spLocks/>
          </p:cNvSpPr>
          <p:nvPr/>
        </p:nvSpPr>
        <p:spPr>
          <a:xfrm>
            <a:off x="3800603" y="3107204"/>
            <a:ext cx="2041369" cy="1340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Гибкий, простой и интуитивно понятный способ заказа</a:t>
            </a:r>
          </a:p>
        </p:txBody>
      </p:sp>
      <p:sp>
        <p:nvSpPr>
          <p:cNvPr id="6" name="Google Shape;636;p41">
            <a:extLst>
              <a:ext uri="{FF2B5EF4-FFF2-40B4-BE49-F238E27FC236}">
                <a16:creationId xmlns:a16="http://schemas.microsoft.com/office/drawing/2014/main" id="{D3E3ED3F-DFFE-69FE-B5AD-F7A4C6A5A61E}"/>
              </a:ext>
            </a:extLst>
          </p:cNvPr>
          <p:cNvSpPr txBox="1">
            <a:spLocks/>
          </p:cNvSpPr>
          <p:nvPr/>
        </p:nvSpPr>
        <p:spPr>
          <a:xfrm>
            <a:off x="6412728" y="2181695"/>
            <a:ext cx="2464231" cy="762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Экономия времени</a:t>
            </a:r>
          </a:p>
        </p:txBody>
      </p:sp>
      <p:sp>
        <p:nvSpPr>
          <p:cNvPr id="7" name="Google Shape;633;p41">
            <a:extLst>
              <a:ext uri="{FF2B5EF4-FFF2-40B4-BE49-F238E27FC236}">
                <a16:creationId xmlns:a16="http://schemas.microsoft.com/office/drawing/2014/main" id="{8B0C7277-8663-E78C-BA1B-3D543AB35B81}"/>
              </a:ext>
            </a:extLst>
          </p:cNvPr>
          <p:cNvSpPr txBox="1">
            <a:spLocks/>
          </p:cNvSpPr>
          <p:nvPr/>
        </p:nvSpPr>
        <p:spPr>
          <a:xfrm>
            <a:off x="6412728" y="3065137"/>
            <a:ext cx="2253913" cy="1340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/>
            <a:r>
              <a:rPr lang="ru-RU" dirty="0"/>
              <a:t>Официанты становятся менее загруженными и смогут сфокусироваться на другой работе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ru-RU" dirty="0"/>
          </a:p>
        </p:txBody>
      </p:sp>
    </p:spTree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50"/>
          <p:cNvSpPr txBox="1">
            <a:spLocks noGrp="1"/>
          </p:cNvSpPr>
          <p:nvPr>
            <p:ph type="title"/>
          </p:nvPr>
        </p:nvSpPr>
        <p:spPr>
          <a:xfrm>
            <a:off x="720000" y="28440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45818E"/>
                </a:solidFill>
              </a:rPr>
              <a:t>Ф</a:t>
            </a:r>
            <a:r>
              <a:rPr lang="ru-RU" dirty="0"/>
              <a:t>ункциональность приложения</a:t>
            </a:r>
            <a:endParaRPr dirty="0"/>
          </a:p>
        </p:txBody>
      </p:sp>
      <p:graphicFrame>
        <p:nvGraphicFramePr>
          <p:cNvPr id="924" name="Google Shape;924;p50"/>
          <p:cNvGraphicFramePr/>
          <p:nvPr>
            <p:extLst>
              <p:ext uri="{D42A27DB-BD31-4B8C-83A1-F6EECF244321}">
                <p14:modId xmlns:p14="http://schemas.microsoft.com/office/powerpoint/2010/main" val="3293005012"/>
              </p:ext>
            </p:extLst>
          </p:nvPr>
        </p:nvGraphicFramePr>
        <p:xfrm>
          <a:off x="1580443" y="1052095"/>
          <a:ext cx="6642409" cy="3405983"/>
        </p:xfrm>
        <a:graphic>
          <a:graphicData uri="http://schemas.openxmlformats.org/drawingml/2006/table">
            <a:tbl>
              <a:tblPr>
                <a:noFill/>
                <a:tableStyleId>{EBC4642D-6B6A-47C7-A3BA-18C49EFC1F01}</a:tableStyleId>
              </a:tblPr>
              <a:tblGrid>
                <a:gridCol w="13042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8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1180"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1" dirty="0">
                        <a:solidFill>
                          <a:srgbClr val="45818E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ru-RU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Интерактивное меню с выбором блюд</a:t>
                      </a:r>
                      <a:endParaRPr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118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ru-RU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Голосовой и текстовый ввод с персонализированными рекомендациями</a:t>
                      </a:r>
                      <a:endParaRPr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1180"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1" dirty="0">
                        <a:solidFill>
                          <a:srgbClr val="45818E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ru-RU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Корзина и подсчёт стоимости покупок</a:t>
                      </a:r>
                      <a:endParaRPr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118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T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285750" lvl="0" indent="-2857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ru-RU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Оформление заказов, просмотр истории, бронирование</a:t>
                      </a:r>
                      <a:endParaRPr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1180"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1" dirty="0">
                        <a:solidFill>
                          <a:srgbClr val="45818E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ru-RU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Панель администратора </a:t>
                      </a:r>
                      <a:r>
                        <a:rPr lang="ru-RU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для изменения меню</a:t>
                      </a:r>
                      <a:endParaRPr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118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ru-RU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Модуль рассылки о нововведениях и акциях</a:t>
                      </a:r>
                      <a:endParaRPr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2" name="Google Shape;1792;p64">
            <a:extLst>
              <a:ext uri="{FF2B5EF4-FFF2-40B4-BE49-F238E27FC236}">
                <a16:creationId xmlns:a16="http://schemas.microsoft.com/office/drawing/2014/main" id="{EEEA4BFC-36E2-A108-D290-40873821B5CC}"/>
              </a:ext>
            </a:extLst>
          </p:cNvPr>
          <p:cNvGrpSpPr/>
          <p:nvPr/>
        </p:nvGrpSpPr>
        <p:grpSpPr>
          <a:xfrm>
            <a:off x="390256" y="1410423"/>
            <a:ext cx="2380373" cy="2689325"/>
            <a:chOff x="-3156875" y="1538300"/>
            <a:chExt cx="2930175" cy="3233350"/>
          </a:xfrm>
        </p:grpSpPr>
        <p:sp>
          <p:nvSpPr>
            <p:cNvPr id="3" name="Google Shape;1793;p64">
              <a:extLst>
                <a:ext uri="{FF2B5EF4-FFF2-40B4-BE49-F238E27FC236}">
                  <a16:creationId xmlns:a16="http://schemas.microsoft.com/office/drawing/2014/main" id="{ED74CA3C-F4B8-7831-7F08-8FFD748695AF}"/>
                </a:ext>
              </a:extLst>
            </p:cNvPr>
            <p:cNvSpPr/>
            <p:nvPr/>
          </p:nvSpPr>
          <p:spPr>
            <a:xfrm>
              <a:off x="-2591500" y="1927375"/>
              <a:ext cx="1708250" cy="2844275"/>
            </a:xfrm>
            <a:custGeom>
              <a:avLst/>
              <a:gdLst/>
              <a:ahLst/>
              <a:cxnLst/>
              <a:rect l="l" t="t" r="r" b="b"/>
              <a:pathLst>
                <a:path w="68330" h="113771" extrusionOk="0">
                  <a:moveTo>
                    <a:pt x="62251" y="113771"/>
                  </a:moveTo>
                  <a:lnTo>
                    <a:pt x="6080" y="113771"/>
                  </a:lnTo>
                  <a:cubicBezTo>
                    <a:pt x="2736" y="113771"/>
                    <a:pt x="0" y="111035"/>
                    <a:pt x="0" y="107692"/>
                  </a:cubicBezTo>
                  <a:lnTo>
                    <a:pt x="0" y="6079"/>
                  </a:lnTo>
                  <a:cubicBezTo>
                    <a:pt x="0" y="2736"/>
                    <a:pt x="2736" y="0"/>
                    <a:pt x="6080" y="0"/>
                  </a:cubicBezTo>
                  <a:lnTo>
                    <a:pt x="62251" y="0"/>
                  </a:lnTo>
                  <a:cubicBezTo>
                    <a:pt x="65594" y="0"/>
                    <a:pt x="68330" y="2736"/>
                    <a:pt x="68330" y="6079"/>
                  </a:cubicBezTo>
                  <a:lnTo>
                    <a:pt x="68330" y="107692"/>
                  </a:lnTo>
                  <a:cubicBezTo>
                    <a:pt x="68330" y="111035"/>
                    <a:pt x="65594" y="113771"/>
                    <a:pt x="62251" y="113771"/>
                  </a:cubicBezTo>
                  <a:close/>
                </a:path>
              </a:pathLst>
            </a:custGeom>
            <a:solidFill>
              <a:srgbClr val="F5FD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794;p64">
              <a:extLst>
                <a:ext uri="{FF2B5EF4-FFF2-40B4-BE49-F238E27FC236}">
                  <a16:creationId xmlns:a16="http://schemas.microsoft.com/office/drawing/2014/main" id="{1587DE91-6C57-C6E7-AB0C-362579116259}"/>
                </a:ext>
              </a:extLst>
            </p:cNvPr>
            <p:cNvSpPr/>
            <p:nvPr/>
          </p:nvSpPr>
          <p:spPr>
            <a:xfrm>
              <a:off x="-2591500" y="1927375"/>
              <a:ext cx="1708250" cy="2844275"/>
            </a:xfrm>
            <a:custGeom>
              <a:avLst/>
              <a:gdLst/>
              <a:ahLst/>
              <a:cxnLst/>
              <a:rect l="l" t="t" r="r" b="b"/>
              <a:pathLst>
                <a:path w="68330" h="113771" fill="none" extrusionOk="0">
                  <a:moveTo>
                    <a:pt x="62251" y="113771"/>
                  </a:moveTo>
                  <a:lnTo>
                    <a:pt x="6080" y="113771"/>
                  </a:lnTo>
                  <a:cubicBezTo>
                    <a:pt x="2736" y="113771"/>
                    <a:pt x="0" y="111035"/>
                    <a:pt x="0" y="107692"/>
                  </a:cubicBezTo>
                  <a:lnTo>
                    <a:pt x="0" y="6079"/>
                  </a:lnTo>
                  <a:cubicBezTo>
                    <a:pt x="0" y="2736"/>
                    <a:pt x="2736" y="0"/>
                    <a:pt x="6080" y="0"/>
                  </a:cubicBezTo>
                  <a:lnTo>
                    <a:pt x="62251" y="0"/>
                  </a:lnTo>
                  <a:cubicBezTo>
                    <a:pt x="65594" y="0"/>
                    <a:pt x="68330" y="2736"/>
                    <a:pt x="68330" y="6079"/>
                  </a:cubicBezTo>
                  <a:lnTo>
                    <a:pt x="68330" y="107692"/>
                  </a:lnTo>
                  <a:cubicBezTo>
                    <a:pt x="68330" y="111035"/>
                    <a:pt x="65594" y="113771"/>
                    <a:pt x="62251" y="113771"/>
                  </a:cubicBezTo>
                  <a:close/>
                </a:path>
              </a:pathLst>
            </a:custGeom>
            <a:noFill/>
            <a:ln w="9875" cap="flat" cmpd="sng">
              <a:solidFill>
                <a:schemeClr val="l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795;p64">
              <a:extLst>
                <a:ext uri="{FF2B5EF4-FFF2-40B4-BE49-F238E27FC236}">
                  <a16:creationId xmlns:a16="http://schemas.microsoft.com/office/drawing/2014/main" id="{FFD14ACD-C7C6-77D0-14EE-7C7E5632B776}"/>
                </a:ext>
              </a:extLst>
            </p:cNvPr>
            <p:cNvSpPr/>
            <p:nvPr/>
          </p:nvSpPr>
          <p:spPr>
            <a:xfrm>
              <a:off x="-2502600" y="2077075"/>
              <a:ext cx="1530450" cy="2545650"/>
            </a:xfrm>
            <a:custGeom>
              <a:avLst/>
              <a:gdLst/>
              <a:ahLst/>
              <a:cxnLst/>
              <a:rect l="l" t="t" r="r" b="b"/>
              <a:pathLst>
                <a:path w="61218" h="101826" extrusionOk="0">
                  <a:moveTo>
                    <a:pt x="55138" y="101825"/>
                  </a:moveTo>
                  <a:lnTo>
                    <a:pt x="6080" y="101825"/>
                  </a:lnTo>
                  <a:cubicBezTo>
                    <a:pt x="2736" y="101825"/>
                    <a:pt x="1" y="99090"/>
                    <a:pt x="1" y="95746"/>
                  </a:cubicBezTo>
                  <a:lnTo>
                    <a:pt x="1" y="6079"/>
                  </a:lnTo>
                  <a:cubicBezTo>
                    <a:pt x="1" y="2736"/>
                    <a:pt x="2736" y="0"/>
                    <a:pt x="6080" y="0"/>
                  </a:cubicBezTo>
                  <a:lnTo>
                    <a:pt x="55138" y="0"/>
                  </a:lnTo>
                  <a:cubicBezTo>
                    <a:pt x="58482" y="0"/>
                    <a:pt x="61218" y="2736"/>
                    <a:pt x="61218" y="6079"/>
                  </a:cubicBezTo>
                  <a:lnTo>
                    <a:pt x="61218" y="95746"/>
                  </a:lnTo>
                  <a:cubicBezTo>
                    <a:pt x="61218" y="99090"/>
                    <a:pt x="58482" y="101825"/>
                    <a:pt x="55138" y="10182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796;p64">
              <a:extLst>
                <a:ext uri="{FF2B5EF4-FFF2-40B4-BE49-F238E27FC236}">
                  <a16:creationId xmlns:a16="http://schemas.microsoft.com/office/drawing/2014/main" id="{062419B5-8744-9385-3ECE-E3ACF9554392}"/>
                </a:ext>
              </a:extLst>
            </p:cNvPr>
            <p:cNvSpPr/>
            <p:nvPr/>
          </p:nvSpPr>
          <p:spPr>
            <a:xfrm>
              <a:off x="-2502600" y="2077075"/>
              <a:ext cx="1530450" cy="2545650"/>
            </a:xfrm>
            <a:custGeom>
              <a:avLst/>
              <a:gdLst/>
              <a:ahLst/>
              <a:cxnLst/>
              <a:rect l="l" t="t" r="r" b="b"/>
              <a:pathLst>
                <a:path w="61218" h="101826" fill="none" extrusionOk="0">
                  <a:moveTo>
                    <a:pt x="55138" y="101825"/>
                  </a:moveTo>
                  <a:lnTo>
                    <a:pt x="6080" y="101825"/>
                  </a:lnTo>
                  <a:cubicBezTo>
                    <a:pt x="2736" y="101825"/>
                    <a:pt x="1" y="99090"/>
                    <a:pt x="1" y="95746"/>
                  </a:cubicBezTo>
                  <a:lnTo>
                    <a:pt x="1" y="6079"/>
                  </a:lnTo>
                  <a:cubicBezTo>
                    <a:pt x="1" y="2736"/>
                    <a:pt x="2736" y="0"/>
                    <a:pt x="6080" y="0"/>
                  </a:cubicBezTo>
                  <a:lnTo>
                    <a:pt x="55138" y="0"/>
                  </a:lnTo>
                  <a:cubicBezTo>
                    <a:pt x="58482" y="0"/>
                    <a:pt x="61218" y="2736"/>
                    <a:pt x="61218" y="6079"/>
                  </a:cubicBezTo>
                  <a:lnTo>
                    <a:pt x="61218" y="95746"/>
                  </a:lnTo>
                  <a:cubicBezTo>
                    <a:pt x="61218" y="99090"/>
                    <a:pt x="58482" y="101825"/>
                    <a:pt x="55138" y="101825"/>
                  </a:cubicBezTo>
                  <a:close/>
                </a:path>
              </a:pathLst>
            </a:custGeom>
            <a:noFill/>
            <a:ln w="9875" cap="flat" cmpd="sng">
              <a:solidFill>
                <a:schemeClr val="l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797;p64">
              <a:extLst>
                <a:ext uri="{FF2B5EF4-FFF2-40B4-BE49-F238E27FC236}">
                  <a16:creationId xmlns:a16="http://schemas.microsoft.com/office/drawing/2014/main" id="{DC02BBAD-5FBF-1381-B28E-59CF21AF7D0F}"/>
                </a:ext>
              </a:extLst>
            </p:cNvPr>
            <p:cNvSpPr/>
            <p:nvPr/>
          </p:nvSpPr>
          <p:spPr>
            <a:xfrm>
              <a:off x="-2496525" y="2463850"/>
              <a:ext cx="1455225" cy="1259150"/>
            </a:xfrm>
            <a:custGeom>
              <a:avLst/>
              <a:gdLst/>
              <a:ahLst/>
              <a:cxnLst/>
              <a:rect l="l" t="t" r="r" b="b"/>
              <a:pathLst>
                <a:path w="58209" h="50366" extrusionOk="0">
                  <a:moveTo>
                    <a:pt x="46202" y="47144"/>
                  </a:moveTo>
                  <a:cubicBezTo>
                    <a:pt x="45351" y="47782"/>
                    <a:pt x="44470" y="48269"/>
                    <a:pt x="43619" y="48542"/>
                  </a:cubicBezTo>
                  <a:cubicBezTo>
                    <a:pt x="37692" y="50366"/>
                    <a:pt x="26992" y="50184"/>
                    <a:pt x="20579" y="49880"/>
                  </a:cubicBezTo>
                  <a:cubicBezTo>
                    <a:pt x="17083" y="49667"/>
                    <a:pt x="13861" y="47539"/>
                    <a:pt x="11886" y="44135"/>
                  </a:cubicBezTo>
                  <a:cubicBezTo>
                    <a:pt x="7235" y="36110"/>
                    <a:pt x="1" y="21004"/>
                    <a:pt x="4864" y="12280"/>
                  </a:cubicBezTo>
                  <a:cubicBezTo>
                    <a:pt x="11642" y="0"/>
                    <a:pt x="25290" y="7873"/>
                    <a:pt x="33649" y="6444"/>
                  </a:cubicBezTo>
                  <a:cubicBezTo>
                    <a:pt x="36871" y="5867"/>
                    <a:pt x="40458" y="4985"/>
                    <a:pt x="43801" y="4712"/>
                  </a:cubicBezTo>
                  <a:cubicBezTo>
                    <a:pt x="49151" y="4317"/>
                    <a:pt x="53953" y="5532"/>
                    <a:pt x="55655" y="12220"/>
                  </a:cubicBezTo>
                  <a:cubicBezTo>
                    <a:pt x="58209" y="21946"/>
                    <a:pt x="53588" y="41308"/>
                    <a:pt x="46202" y="471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798;p64">
              <a:extLst>
                <a:ext uri="{FF2B5EF4-FFF2-40B4-BE49-F238E27FC236}">
                  <a16:creationId xmlns:a16="http://schemas.microsoft.com/office/drawing/2014/main" id="{EBFE54E4-5BA4-49D5-4B89-347E122164BD}"/>
                </a:ext>
              </a:extLst>
            </p:cNvPr>
            <p:cNvSpPr/>
            <p:nvPr/>
          </p:nvSpPr>
          <p:spPr>
            <a:xfrm>
              <a:off x="-2494225" y="2580875"/>
              <a:ext cx="1092750" cy="972675"/>
            </a:xfrm>
            <a:custGeom>
              <a:avLst/>
              <a:gdLst/>
              <a:ahLst/>
              <a:cxnLst/>
              <a:rect l="l" t="t" r="r" b="b"/>
              <a:pathLst>
                <a:path w="43710" h="38907" extrusionOk="0">
                  <a:moveTo>
                    <a:pt x="43709" y="0"/>
                  </a:moveTo>
                  <a:lnTo>
                    <a:pt x="43709" y="0"/>
                  </a:lnTo>
                  <a:cubicBezTo>
                    <a:pt x="40366" y="274"/>
                    <a:pt x="36748" y="1155"/>
                    <a:pt x="33557" y="1733"/>
                  </a:cubicBezTo>
                  <a:cubicBezTo>
                    <a:pt x="32796" y="1866"/>
                    <a:pt x="31992" y="1921"/>
                    <a:pt x="31153" y="1921"/>
                  </a:cubicBezTo>
                  <a:cubicBezTo>
                    <a:pt x="26987" y="1921"/>
                    <a:pt x="21967" y="559"/>
                    <a:pt x="17211" y="559"/>
                  </a:cubicBezTo>
                  <a:cubicBezTo>
                    <a:pt x="12398" y="559"/>
                    <a:pt x="7855" y="1954"/>
                    <a:pt x="4742" y="7569"/>
                  </a:cubicBezTo>
                  <a:cubicBezTo>
                    <a:pt x="0" y="16110"/>
                    <a:pt x="6869" y="30761"/>
                    <a:pt x="11520" y="38907"/>
                  </a:cubicBezTo>
                  <a:cubicBezTo>
                    <a:pt x="17599" y="34621"/>
                    <a:pt x="29028" y="29028"/>
                    <a:pt x="32706" y="20335"/>
                  </a:cubicBezTo>
                  <a:cubicBezTo>
                    <a:pt x="35745" y="13162"/>
                    <a:pt x="39606" y="3162"/>
                    <a:pt x="437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799;p64">
              <a:extLst>
                <a:ext uri="{FF2B5EF4-FFF2-40B4-BE49-F238E27FC236}">
                  <a16:creationId xmlns:a16="http://schemas.microsoft.com/office/drawing/2014/main" id="{DA34DFAA-EF4E-E9E8-9848-84E4A9DF1EEB}"/>
                </a:ext>
              </a:extLst>
            </p:cNvPr>
            <p:cNvSpPr/>
            <p:nvPr/>
          </p:nvSpPr>
          <p:spPr>
            <a:xfrm>
              <a:off x="-972175" y="2442575"/>
              <a:ext cx="544875" cy="386800"/>
            </a:xfrm>
            <a:custGeom>
              <a:avLst/>
              <a:gdLst/>
              <a:ahLst/>
              <a:cxnLst/>
              <a:rect l="l" t="t" r="r" b="b"/>
              <a:pathLst>
                <a:path w="21795" h="15472" extrusionOk="0">
                  <a:moveTo>
                    <a:pt x="18876" y="0"/>
                  </a:moveTo>
                  <a:lnTo>
                    <a:pt x="1" y="9636"/>
                  </a:lnTo>
                  <a:lnTo>
                    <a:pt x="365" y="11125"/>
                  </a:lnTo>
                  <a:lnTo>
                    <a:pt x="1460" y="15472"/>
                  </a:lnTo>
                  <a:lnTo>
                    <a:pt x="21794" y="4833"/>
                  </a:lnTo>
                  <a:lnTo>
                    <a:pt x="20548" y="2797"/>
                  </a:lnTo>
                  <a:lnTo>
                    <a:pt x="1887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800;p64">
              <a:extLst>
                <a:ext uri="{FF2B5EF4-FFF2-40B4-BE49-F238E27FC236}">
                  <a16:creationId xmlns:a16="http://schemas.microsoft.com/office/drawing/2014/main" id="{BC2D9E6A-519B-93E3-AC3A-19BC3795D35D}"/>
                </a:ext>
              </a:extLst>
            </p:cNvPr>
            <p:cNvSpPr/>
            <p:nvPr/>
          </p:nvSpPr>
          <p:spPr>
            <a:xfrm>
              <a:off x="-963050" y="2512475"/>
              <a:ext cx="535750" cy="316900"/>
            </a:xfrm>
            <a:custGeom>
              <a:avLst/>
              <a:gdLst/>
              <a:ahLst/>
              <a:cxnLst/>
              <a:rect l="l" t="t" r="r" b="b"/>
              <a:pathLst>
                <a:path w="21430" h="12676" extrusionOk="0">
                  <a:moveTo>
                    <a:pt x="20214" y="1"/>
                  </a:moveTo>
                  <a:lnTo>
                    <a:pt x="18663" y="396"/>
                  </a:lnTo>
                  <a:cubicBezTo>
                    <a:pt x="18663" y="396"/>
                    <a:pt x="14742" y="3405"/>
                    <a:pt x="9089" y="6657"/>
                  </a:cubicBezTo>
                  <a:cubicBezTo>
                    <a:pt x="6249" y="8322"/>
                    <a:pt x="4114" y="8728"/>
                    <a:pt x="2620" y="8728"/>
                  </a:cubicBezTo>
                  <a:cubicBezTo>
                    <a:pt x="1194" y="8728"/>
                    <a:pt x="351" y="8358"/>
                    <a:pt x="34" y="8358"/>
                  </a:cubicBezTo>
                  <a:cubicBezTo>
                    <a:pt x="22" y="8358"/>
                    <a:pt x="11" y="8358"/>
                    <a:pt x="0" y="8360"/>
                  </a:cubicBezTo>
                  <a:lnTo>
                    <a:pt x="1095" y="12676"/>
                  </a:lnTo>
                  <a:lnTo>
                    <a:pt x="21429" y="2037"/>
                  </a:lnTo>
                  <a:lnTo>
                    <a:pt x="20214" y="1"/>
                  </a:lnTo>
                  <a:close/>
                </a:path>
              </a:pathLst>
            </a:custGeom>
            <a:solidFill>
              <a:srgbClr val="0C343D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801;p64">
              <a:extLst>
                <a:ext uri="{FF2B5EF4-FFF2-40B4-BE49-F238E27FC236}">
                  <a16:creationId xmlns:a16="http://schemas.microsoft.com/office/drawing/2014/main" id="{CB00E998-23DB-F5CA-7F82-FC6E434A2482}"/>
                </a:ext>
              </a:extLst>
            </p:cNvPr>
            <p:cNvSpPr/>
            <p:nvPr/>
          </p:nvSpPr>
          <p:spPr>
            <a:xfrm>
              <a:off x="-527625" y="2359875"/>
              <a:ext cx="300925" cy="729500"/>
            </a:xfrm>
            <a:custGeom>
              <a:avLst/>
              <a:gdLst/>
              <a:ahLst/>
              <a:cxnLst/>
              <a:rect l="l" t="t" r="r" b="b"/>
              <a:pathLst>
                <a:path w="12037" h="29180" extrusionOk="0">
                  <a:moveTo>
                    <a:pt x="5127" y="1"/>
                  </a:moveTo>
                  <a:cubicBezTo>
                    <a:pt x="2381" y="1"/>
                    <a:pt x="1086" y="1895"/>
                    <a:pt x="486" y="3521"/>
                  </a:cubicBezTo>
                  <a:cubicBezTo>
                    <a:pt x="31" y="4859"/>
                    <a:pt x="0" y="6044"/>
                    <a:pt x="0" y="6044"/>
                  </a:cubicBezTo>
                  <a:cubicBezTo>
                    <a:pt x="0" y="6044"/>
                    <a:pt x="2544" y="29179"/>
                    <a:pt x="8078" y="29179"/>
                  </a:cubicBezTo>
                  <a:cubicBezTo>
                    <a:pt x="8121" y="29179"/>
                    <a:pt x="8164" y="29178"/>
                    <a:pt x="8207" y="29175"/>
                  </a:cubicBezTo>
                  <a:cubicBezTo>
                    <a:pt x="9879" y="29053"/>
                    <a:pt x="10791" y="26561"/>
                    <a:pt x="11155" y="23035"/>
                  </a:cubicBezTo>
                  <a:cubicBezTo>
                    <a:pt x="12037" y="14585"/>
                    <a:pt x="9605" y="390"/>
                    <a:pt x="5684" y="26"/>
                  </a:cubicBezTo>
                  <a:cubicBezTo>
                    <a:pt x="5492" y="9"/>
                    <a:pt x="5306" y="1"/>
                    <a:pt x="512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802;p64">
              <a:extLst>
                <a:ext uri="{FF2B5EF4-FFF2-40B4-BE49-F238E27FC236}">
                  <a16:creationId xmlns:a16="http://schemas.microsoft.com/office/drawing/2014/main" id="{602563D1-0DF3-782C-F2BE-61819F6D3885}"/>
                </a:ext>
              </a:extLst>
            </p:cNvPr>
            <p:cNvSpPr/>
            <p:nvPr/>
          </p:nvSpPr>
          <p:spPr>
            <a:xfrm>
              <a:off x="-527625" y="2447900"/>
              <a:ext cx="278900" cy="641475"/>
            </a:xfrm>
            <a:custGeom>
              <a:avLst/>
              <a:gdLst/>
              <a:ahLst/>
              <a:cxnLst/>
              <a:rect l="l" t="t" r="r" b="b"/>
              <a:pathLst>
                <a:path w="11156" h="25659" extrusionOk="0">
                  <a:moveTo>
                    <a:pt x="486" y="0"/>
                  </a:moveTo>
                  <a:cubicBezTo>
                    <a:pt x="31" y="1338"/>
                    <a:pt x="0" y="2523"/>
                    <a:pt x="0" y="2523"/>
                  </a:cubicBezTo>
                  <a:cubicBezTo>
                    <a:pt x="0" y="2523"/>
                    <a:pt x="2544" y="25658"/>
                    <a:pt x="8078" y="25658"/>
                  </a:cubicBezTo>
                  <a:cubicBezTo>
                    <a:pt x="8121" y="25658"/>
                    <a:pt x="8164" y="25657"/>
                    <a:pt x="8207" y="25654"/>
                  </a:cubicBezTo>
                  <a:cubicBezTo>
                    <a:pt x="9879" y="25532"/>
                    <a:pt x="10791" y="23040"/>
                    <a:pt x="11155" y="19514"/>
                  </a:cubicBezTo>
                  <a:cubicBezTo>
                    <a:pt x="5289" y="16718"/>
                    <a:pt x="1733" y="4955"/>
                    <a:pt x="486" y="0"/>
                  </a:cubicBezTo>
                  <a:close/>
                </a:path>
              </a:pathLst>
            </a:custGeom>
            <a:solidFill>
              <a:srgbClr val="0C343D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803;p64">
              <a:extLst>
                <a:ext uri="{FF2B5EF4-FFF2-40B4-BE49-F238E27FC236}">
                  <a16:creationId xmlns:a16="http://schemas.microsoft.com/office/drawing/2014/main" id="{5CBD3640-7791-F687-E65B-FB67C6E8A0C6}"/>
                </a:ext>
              </a:extLst>
            </p:cNvPr>
            <p:cNvSpPr/>
            <p:nvPr/>
          </p:nvSpPr>
          <p:spPr>
            <a:xfrm>
              <a:off x="-1206975" y="2652300"/>
              <a:ext cx="311575" cy="311575"/>
            </a:xfrm>
            <a:custGeom>
              <a:avLst/>
              <a:gdLst/>
              <a:ahLst/>
              <a:cxnLst/>
              <a:rect l="l" t="t" r="r" b="b"/>
              <a:pathLst>
                <a:path w="12463" h="12463" extrusionOk="0">
                  <a:moveTo>
                    <a:pt x="6231" y="1"/>
                  </a:moveTo>
                  <a:cubicBezTo>
                    <a:pt x="5806" y="1"/>
                    <a:pt x="5411" y="31"/>
                    <a:pt x="5016" y="122"/>
                  </a:cubicBezTo>
                  <a:cubicBezTo>
                    <a:pt x="2158" y="700"/>
                    <a:pt x="0" y="3192"/>
                    <a:pt x="0" y="6232"/>
                  </a:cubicBezTo>
                  <a:cubicBezTo>
                    <a:pt x="0" y="9666"/>
                    <a:pt x="2766" y="12463"/>
                    <a:pt x="6231" y="12463"/>
                  </a:cubicBezTo>
                  <a:cubicBezTo>
                    <a:pt x="7964" y="12463"/>
                    <a:pt x="9545" y="11733"/>
                    <a:pt x="10669" y="10609"/>
                  </a:cubicBezTo>
                  <a:cubicBezTo>
                    <a:pt x="11794" y="9454"/>
                    <a:pt x="12463" y="7934"/>
                    <a:pt x="12463" y="6232"/>
                  </a:cubicBezTo>
                  <a:cubicBezTo>
                    <a:pt x="12463" y="2767"/>
                    <a:pt x="9697" y="1"/>
                    <a:pt x="62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804;p64">
              <a:extLst>
                <a:ext uri="{FF2B5EF4-FFF2-40B4-BE49-F238E27FC236}">
                  <a16:creationId xmlns:a16="http://schemas.microsoft.com/office/drawing/2014/main" id="{66323B48-3BB0-4ECF-5A79-F13B62CAA1F1}"/>
                </a:ext>
              </a:extLst>
            </p:cNvPr>
            <p:cNvSpPr/>
            <p:nvPr/>
          </p:nvSpPr>
          <p:spPr>
            <a:xfrm>
              <a:off x="-1206975" y="2655350"/>
              <a:ext cx="266750" cy="308525"/>
            </a:xfrm>
            <a:custGeom>
              <a:avLst/>
              <a:gdLst/>
              <a:ahLst/>
              <a:cxnLst/>
              <a:rect l="l" t="t" r="r" b="b"/>
              <a:pathLst>
                <a:path w="10670" h="12341" extrusionOk="0">
                  <a:moveTo>
                    <a:pt x="5016" y="0"/>
                  </a:moveTo>
                  <a:cubicBezTo>
                    <a:pt x="2158" y="578"/>
                    <a:pt x="0" y="3070"/>
                    <a:pt x="0" y="6110"/>
                  </a:cubicBezTo>
                  <a:cubicBezTo>
                    <a:pt x="0" y="9544"/>
                    <a:pt x="2766" y="12341"/>
                    <a:pt x="6231" y="12341"/>
                  </a:cubicBezTo>
                  <a:cubicBezTo>
                    <a:pt x="7964" y="12341"/>
                    <a:pt x="9545" y="11611"/>
                    <a:pt x="10669" y="10487"/>
                  </a:cubicBezTo>
                  <a:cubicBezTo>
                    <a:pt x="6870" y="7964"/>
                    <a:pt x="5472" y="2645"/>
                    <a:pt x="5016" y="0"/>
                  </a:cubicBezTo>
                  <a:close/>
                </a:path>
              </a:pathLst>
            </a:custGeom>
            <a:solidFill>
              <a:srgbClr val="0C343D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805;p64">
              <a:extLst>
                <a:ext uri="{FF2B5EF4-FFF2-40B4-BE49-F238E27FC236}">
                  <a16:creationId xmlns:a16="http://schemas.microsoft.com/office/drawing/2014/main" id="{4A1E39BA-E7CB-CFDB-4294-D7A440406A8A}"/>
                </a:ext>
              </a:extLst>
            </p:cNvPr>
            <p:cNvSpPr/>
            <p:nvPr/>
          </p:nvSpPr>
          <p:spPr>
            <a:xfrm>
              <a:off x="-3027675" y="2442575"/>
              <a:ext cx="544850" cy="385275"/>
            </a:xfrm>
            <a:custGeom>
              <a:avLst/>
              <a:gdLst/>
              <a:ahLst/>
              <a:cxnLst/>
              <a:rect l="l" t="t" r="r" b="b"/>
              <a:pathLst>
                <a:path w="21794" h="15411" extrusionOk="0">
                  <a:moveTo>
                    <a:pt x="2949" y="0"/>
                  </a:moveTo>
                  <a:lnTo>
                    <a:pt x="0" y="4773"/>
                  </a:lnTo>
                  <a:lnTo>
                    <a:pt x="19575" y="15016"/>
                  </a:lnTo>
                  <a:lnTo>
                    <a:pt x="20335" y="15411"/>
                  </a:lnTo>
                  <a:lnTo>
                    <a:pt x="20669" y="14043"/>
                  </a:lnTo>
                  <a:lnTo>
                    <a:pt x="21794" y="9605"/>
                  </a:lnTo>
                  <a:lnTo>
                    <a:pt x="7660" y="2402"/>
                  </a:lnTo>
                  <a:lnTo>
                    <a:pt x="29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806;p64">
              <a:extLst>
                <a:ext uri="{FF2B5EF4-FFF2-40B4-BE49-F238E27FC236}">
                  <a16:creationId xmlns:a16="http://schemas.microsoft.com/office/drawing/2014/main" id="{76410558-A469-7CF1-D8C6-F9FD7CCAFACA}"/>
                </a:ext>
              </a:extLst>
            </p:cNvPr>
            <p:cNvSpPr/>
            <p:nvPr/>
          </p:nvSpPr>
          <p:spPr>
            <a:xfrm>
              <a:off x="-3027675" y="2441825"/>
              <a:ext cx="516750" cy="376150"/>
            </a:xfrm>
            <a:custGeom>
              <a:avLst/>
              <a:gdLst/>
              <a:ahLst/>
              <a:cxnLst/>
              <a:rect l="l" t="t" r="r" b="b"/>
              <a:pathLst>
                <a:path w="20670" h="15046" extrusionOk="0">
                  <a:moveTo>
                    <a:pt x="2918" y="0"/>
                  </a:moveTo>
                  <a:lnTo>
                    <a:pt x="0" y="4803"/>
                  </a:lnTo>
                  <a:lnTo>
                    <a:pt x="19514" y="15046"/>
                  </a:lnTo>
                  <a:lnTo>
                    <a:pt x="20669" y="14073"/>
                  </a:lnTo>
                  <a:cubicBezTo>
                    <a:pt x="20669" y="14073"/>
                    <a:pt x="18663" y="12797"/>
                    <a:pt x="13192" y="9727"/>
                  </a:cubicBezTo>
                  <a:cubicBezTo>
                    <a:pt x="8663" y="7173"/>
                    <a:pt x="7782" y="3526"/>
                    <a:pt x="7630" y="2371"/>
                  </a:cubicBezTo>
                  <a:lnTo>
                    <a:pt x="2918" y="0"/>
                  </a:lnTo>
                  <a:close/>
                </a:path>
              </a:pathLst>
            </a:custGeom>
            <a:solidFill>
              <a:srgbClr val="0C343D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807;p64">
              <a:extLst>
                <a:ext uri="{FF2B5EF4-FFF2-40B4-BE49-F238E27FC236}">
                  <a16:creationId xmlns:a16="http://schemas.microsoft.com/office/drawing/2014/main" id="{F57635BB-0F6C-41D5-76B9-7A75E4A89B0E}"/>
                </a:ext>
              </a:extLst>
            </p:cNvPr>
            <p:cNvSpPr/>
            <p:nvPr/>
          </p:nvSpPr>
          <p:spPr>
            <a:xfrm>
              <a:off x="-2560350" y="2637100"/>
              <a:ext cx="312350" cy="312350"/>
            </a:xfrm>
            <a:custGeom>
              <a:avLst/>
              <a:gdLst/>
              <a:ahLst/>
              <a:cxnLst/>
              <a:rect l="l" t="t" r="r" b="b"/>
              <a:pathLst>
                <a:path w="12494" h="12494" extrusionOk="0">
                  <a:moveTo>
                    <a:pt x="6262" y="1"/>
                  </a:moveTo>
                  <a:cubicBezTo>
                    <a:pt x="5654" y="1"/>
                    <a:pt x="5046" y="122"/>
                    <a:pt x="4530" y="274"/>
                  </a:cubicBezTo>
                  <a:cubicBezTo>
                    <a:pt x="1885" y="1034"/>
                    <a:pt x="1" y="3435"/>
                    <a:pt x="1" y="6262"/>
                  </a:cubicBezTo>
                  <a:cubicBezTo>
                    <a:pt x="1" y="9697"/>
                    <a:pt x="2767" y="12493"/>
                    <a:pt x="6232" y="12493"/>
                  </a:cubicBezTo>
                  <a:cubicBezTo>
                    <a:pt x="8359" y="12493"/>
                    <a:pt x="10214" y="11429"/>
                    <a:pt x="11369" y="9849"/>
                  </a:cubicBezTo>
                  <a:cubicBezTo>
                    <a:pt x="12068" y="8846"/>
                    <a:pt x="12493" y="7600"/>
                    <a:pt x="12493" y="6262"/>
                  </a:cubicBezTo>
                  <a:cubicBezTo>
                    <a:pt x="12493" y="2827"/>
                    <a:pt x="9727" y="31"/>
                    <a:pt x="62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08;p64">
              <a:extLst>
                <a:ext uri="{FF2B5EF4-FFF2-40B4-BE49-F238E27FC236}">
                  <a16:creationId xmlns:a16="http://schemas.microsoft.com/office/drawing/2014/main" id="{78128EA4-6FAA-B38C-78D4-6BBD078ADE76}"/>
                </a:ext>
              </a:extLst>
            </p:cNvPr>
            <p:cNvSpPr/>
            <p:nvPr/>
          </p:nvSpPr>
          <p:spPr>
            <a:xfrm>
              <a:off x="-2559575" y="2643950"/>
              <a:ext cx="284200" cy="305500"/>
            </a:xfrm>
            <a:custGeom>
              <a:avLst/>
              <a:gdLst/>
              <a:ahLst/>
              <a:cxnLst/>
              <a:rect l="l" t="t" r="r" b="b"/>
              <a:pathLst>
                <a:path w="11368" h="12220" extrusionOk="0">
                  <a:moveTo>
                    <a:pt x="4529" y="0"/>
                  </a:moveTo>
                  <a:cubicBezTo>
                    <a:pt x="1915" y="760"/>
                    <a:pt x="0" y="3161"/>
                    <a:pt x="0" y="5988"/>
                  </a:cubicBezTo>
                  <a:cubicBezTo>
                    <a:pt x="0" y="9423"/>
                    <a:pt x="2766" y="12219"/>
                    <a:pt x="6231" y="12219"/>
                  </a:cubicBezTo>
                  <a:cubicBezTo>
                    <a:pt x="8359" y="12219"/>
                    <a:pt x="10213" y="11155"/>
                    <a:pt x="11368" y="9575"/>
                  </a:cubicBezTo>
                  <a:cubicBezTo>
                    <a:pt x="6687" y="8359"/>
                    <a:pt x="5046" y="3405"/>
                    <a:pt x="4529" y="0"/>
                  </a:cubicBezTo>
                  <a:close/>
                </a:path>
              </a:pathLst>
            </a:custGeom>
            <a:solidFill>
              <a:srgbClr val="0C343D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809;p64">
              <a:extLst>
                <a:ext uri="{FF2B5EF4-FFF2-40B4-BE49-F238E27FC236}">
                  <a16:creationId xmlns:a16="http://schemas.microsoft.com/office/drawing/2014/main" id="{82A7FE44-D2A8-0129-3E1B-D4EDE4BB4BAE}"/>
                </a:ext>
              </a:extLst>
            </p:cNvPr>
            <p:cNvSpPr/>
            <p:nvPr/>
          </p:nvSpPr>
          <p:spPr>
            <a:xfrm>
              <a:off x="-3156875" y="1936425"/>
              <a:ext cx="558550" cy="641350"/>
            </a:xfrm>
            <a:custGeom>
              <a:avLst/>
              <a:gdLst/>
              <a:ahLst/>
              <a:cxnLst/>
              <a:rect l="l" t="t" r="r" b="b"/>
              <a:pathLst>
                <a:path w="22342" h="25654" extrusionOk="0">
                  <a:moveTo>
                    <a:pt x="18195" y="1"/>
                  </a:moveTo>
                  <a:cubicBezTo>
                    <a:pt x="16120" y="1"/>
                    <a:pt x="12900" y="2806"/>
                    <a:pt x="9849" y="6568"/>
                  </a:cubicBezTo>
                  <a:cubicBezTo>
                    <a:pt x="4682" y="12860"/>
                    <a:pt x="1" y="21797"/>
                    <a:pt x="2281" y="24107"/>
                  </a:cubicBezTo>
                  <a:cubicBezTo>
                    <a:pt x="3405" y="25248"/>
                    <a:pt x="4573" y="25653"/>
                    <a:pt x="5664" y="25653"/>
                  </a:cubicBezTo>
                  <a:cubicBezTo>
                    <a:pt x="8319" y="25653"/>
                    <a:pt x="10518" y="23256"/>
                    <a:pt x="10518" y="23256"/>
                  </a:cubicBezTo>
                  <a:cubicBezTo>
                    <a:pt x="10518" y="23256"/>
                    <a:pt x="11977" y="21128"/>
                    <a:pt x="13709" y="18180"/>
                  </a:cubicBezTo>
                  <a:cubicBezTo>
                    <a:pt x="17327" y="12161"/>
                    <a:pt x="22342" y="2587"/>
                    <a:pt x="19272" y="337"/>
                  </a:cubicBezTo>
                  <a:cubicBezTo>
                    <a:pt x="18963" y="108"/>
                    <a:pt x="18601" y="1"/>
                    <a:pt x="181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810;p64">
              <a:extLst>
                <a:ext uri="{FF2B5EF4-FFF2-40B4-BE49-F238E27FC236}">
                  <a16:creationId xmlns:a16="http://schemas.microsoft.com/office/drawing/2014/main" id="{87576760-A962-E067-A4AC-C93E795977B9}"/>
                </a:ext>
              </a:extLst>
            </p:cNvPr>
            <p:cNvSpPr/>
            <p:nvPr/>
          </p:nvSpPr>
          <p:spPr>
            <a:xfrm>
              <a:off x="-3156875" y="2100625"/>
              <a:ext cx="342750" cy="477150"/>
            </a:xfrm>
            <a:custGeom>
              <a:avLst/>
              <a:gdLst/>
              <a:ahLst/>
              <a:cxnLst/>
              <a:rect l="l" t="t" r="r" b="b"/>
              <a:pathLst>
                <a:path w="13710" h="19086" extrusionOk="0">
                  <a:moveTo>
                    <a:pt x="9849" y="0"/>
                  </a:moveTo>
                  <a:lnTo>
                    <a:pt x="9849" y="0"/>
                  </a:lnTo>
                  <a:cubicBezTo>
                    <a:pt x="4682" y="6292"/>
                    <a:pt x="1" y="15229"/>
                    <a:pt x="2281" y="17539"/>
                  </a:cubicBezTo>
                  <a:cubicBezTo>
                    <a:pt x="3405" y="18680"/>
                    <a:pt x="4573" y="19085"/>
                    <a:pt x="5664" y="19085"/>
                  </a:cubicBezTo>
                  <a:cubicBezTo>
                    <a:pt x="8319" y="19085"/>
                    <a:pt x="10518" y="16688"/>
                    <a:pt x="10518" y="16688"/>
                  </a:cubicBezTo>
                  <a:cubicBezTo>
                    <a:pt x="10518" y="16688"/>
                    <a:pt x="11977" y="14560"/>
                    <a:pt x="13709" y="11612"/>
                  </a:cubicBezTo>
                  <a:cubicBezTo>
                    <a:pt x="9788" y="9393"/>
                    <a:pt x="9424" y="4104"/>
                    <a:pt x="9849" y="0"/>
                  </a:cubicBezTo>
                  <a:close/>
                </a:path>
              </a:pathLst>
            </a:custGeom>
            <a:solidFill>
              <a:srgbClr val="0C343D">
                <a:alpha val="33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811;p64">
              <a:extLst>
                <a:ext uri="{FF2B5EF4-FFF2-40B4-BE49-F238E27FC236}">
                  <a16:creationId xmlns:a16="http://schemas.microsoft.com/office/drawing/2014/main" id="{518216B4-DE80-44B2-1478-DB3E5CEAE7B9}"/>
                </a:ext>
              </a:extLst>
            </p:cNvPr>
            <p:cNvSpPr/>
            <p:nvPr/>
          </p:nvSpPr>
          <p:spPr>
            <a:xfrm>
              <a:off x="-2004875" y="2443475"/>
              <a:ext cx="555525" cy="291225"/>
            </a:xfrm>
            <a:custGeom>
              <a:avLst/>
              <a:gdLst/>
              <a:ahLst/>
              <a:cxnLst/>
              <a:rect l="l" t="t" r="r" b="b"/>
              <a:pathLst>
                <a:path w="22221" h="11649" extrusionOk="0">
                  <a:moveTo>
                    <a:pt x="17765" y="1"/>
                  </a:moveTo>
                  <a:cubicBezTo>
                    <a:pt x="17422" y="1"/>
                    <a:pt x="17037" y="96"/>
                    <a:pt x="16597" y="299"/>
                  </a:cubicBezTo>
                  <a:cubicBezTo>
                    <a:pt x="14572" y="1225"/>
                    <a:pt x="12451" y="1823"/>
                    <a:pt x="10342" y="1823"/>
                  </a:cubicBezTo>
                  <a:cubicBezTo>
                    <a:pt x="8715" y="1823"/>
                    <a:pt x="7095" y="1467"/>
                    <a:pt x="5533" y="633"/>
                  </a:cubicBezTo>
                  <a:cubicBezTo>
                    <a:pt x="5084" y="390"/>
                    <a:pt x="4707" y="276"/>
                    <a:pt x="4376" y="276"/>
                  </a:cubicBezTo>
                  <a:cubicBezTo>
                    <a:pt x="3632" y="276"/>
                    <a:pt x="3122" y="851"/>
                    <a:pt x="2554" y="1819"/>
                  </a:cubicBezTo>
                  <a:cubicBezTo>
                    <a:pt x="1946" y="2852"/>
                    <a:pt x="913" y="4281"/>
                    <a:pt x="639" y="5618"/>
                  </a:cubicBezTo>
                  <a:cubicBezTo>
                    <a:pt x="274" y="7624"/>
                    <a:pt x="1" y="8475"/>
                    <a:pt x="2281" y="9569"/>
                  </a:cubicBezTo>
                  <a:cubicBezTo>
                    <a:pt x="5231" y="11017"/>
                    <a:pt x="7770" y="11649"/>
                    <a:pt x="10270" y="11649"/>
                  </a:cubicBezTo>
                  <a:cubicBezTo>
                    <a:pt x="13334" y="11649"/>
                    <a:pt x="16339" y="10700"/>
                    <a:pt x="19971" y="9144"/>
                  </a:cubicBezTo>
                  <a:cubicBezTo>
                    <a:pt x="22220" y="8171"/>
                    <a:pt x="21916" y="7320"/>
                    <a:pt x="21582" y="5405"/>
                  </a:cubicBezTo>
                  <a:cubicBezTo>
                    <a:pt x="21308" y="4068"/>
                    <a:pt x="20396" y="2578"/>
                    <a:pt x="19788" y="1545"/>
                  </a:cubicBezTo>
                  <a:cubicBezTo>
                    <a:pt x="19206" y="574"/>
                    <a:pt x="18607" y="1"/>
                    <a:pt x="177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812;p64">
              <a:extLst>
                <a:ext uri="{FF2B5EF4-FFF2-40B4-BE49-F238E27FC236}">
                  <a16:creationId xmlns:a16="http://schemas.microsoft.com/office/drawing/2014/main" id="{525301EB-9BBC-7435-2A0D-A6769A476818}"/>
                </a:ext>
              </a:extLst>
            </p:cNvPr>
            <p:cNvSpPr/>
            <p:nvPr/>
          </p:nvSpPr>
          <p:spPr>
            <a:xfrm>
              <a:off x="-2348325" y="2009425"/>
              <a:ext cx="127675" cy="281200"/>
            </a:xfrm>
            <a:custGeom>
              <a:avLst/>
              <a:gdLst/>
              <a:ahLst/>
              <a:cxnLst/>
              <a:rect l="l" t="t" r="r" b="b"/>
              <a:pathLst>
                <a:path w="5107" h="11248" extrusionOk="0">
                  <a:moveTo>
                    <a:pt x="2310" y="1"/>
                  </a:moveTo>
                  <a:cubicBezTo>
                    <a:pt x="1064" y="1"/>
                    <a:pt x="0" y="1034"/>
                    <a:pt x="0" y="2311"/>
                  </a:cubicBezTo>
                  <a:lnTo>
                    <a:pt x="0" y="8937"/>
                  </a:lnTo>
                  <a:cubicBezTo>
                    <a:pt x="0" y="10183"/>
                    <a:pt x="1003" y="11247"/>
                    <a:pt x="2310" y="11247"/>
                  </a:cubicBezTo>
                  <a:lnTo>
                    <a:pt x="5106" y="11247"/>
                  </a:lnTo>
                  <a:lnTo>
                    <a:pt x="510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813;p64">
              <a:extLst>
                <a:ext uri="{FF2B5EF4-FFF2-40B4-BE49-F238E27FC236}">
                  <a16:creationId xmlns:a16="http://schemas.microsoft.com/office/drawing/2014/main" id="{845BBDB9-5068-9871-E79A-CA19346458F7}"/>
                </a:ext>
              </a:extLst>
            </p:cNvPr>
            <p:cNvSpPr/>
            <p:nvPr/>
          </p:nvSpPr>
          <p:spPr>
            <a:xfrm>
              <a:off x="-2285275" y="1767025"/>
              <a:ext cx="1096550" cy="794125"/>
            </a:xfrm>
            <a:custGeom>
              <a:avLst/>
              <a:gdLst/>
              <a:ahLst/>
              <a:cxnLst/>
              <a:rect l="l" t="t" r="r" b="b"/>
              <a:pathLst>
                <a:path w="43862" h="31765" extrusionOk="0">
                  <a:moveTo>
                    <a:pt x="22101" y="0"/>
                  </a:moveTo>
                  <a:cubicBezTo>
                    <a:pt x="22050" y="0"/>
                    <a:pt x="21998" y="0"/>
                    <a:pt x="21947" y="1"/>
                  </a:cubicBezTo>
                  <a:cubicBezTo>
                    <a:pt x="20336" y="1"/>
                    <a:pt x="18785" y="122"/>
                    <a:pt x="17296" y="335"/>
                  </a:cubicBezTo>
                  <a:cubicBezTo>
                    <a:pt x="7417" y="1916"/>
                    <a:pt x="1" y="8238"/>
                    <a:pt x="1" y="15898"/>
                  </a:cubicBezTo>
                  <a:cubicBezTo>
                    <a:pt x="1" y="24652"/>
                    <a:pt x="9819" y="31764"/>
                    <a:pt x="21947" y="31764"/>
                  </a:cubicBezTo>
                  <a:cubicBezTo>
                    <a:pt x="25837" y="31764"/>
                    <a:pt x="29545" y="31004"/>
                    <a:pt x="32676" y="29728"/>
                  </a:cubicBezTo>
                  <a:cubicBezTo>
                    <a:pt x="39333" y="26992"/>
                    <a:pt x="43862" y="21825"/>
                    <a:pt x="43862" y="15837"/>
                  </a:cubicBezTo>
                  <a:cubicBezTo>
                    <a:pt x="43862" y="7060"/>
                    <a:pt x="34128" y="0"/>
                    <a:pt x="221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814;p64">
              <a:extLst>
                <a:ext uri="{FF2B5EF4-FFF2-40B4-BE49-F238E27FC236}">
                  <a16:creationId xmlns:a16="http://schemas.microsoft.com/office/drawing/2014/main" id="{58002402-ABD2-F2B5-EE70-80EA81B5AB18}"/>
                </a:ext>
              </a:extLst>
            </p:cNvPr>
            <p:cNvSpPr/>
            <p:nvPr/>
          </p:nvSpPr>
          <p:spPr>
            <a:xfrm>
              <a:off x="-2285275" y="1774625"/>
              <a:ext cx="816925" cy="785750"/>
            </a:xfrm>
            <a:custGeom>
              <a:avLst/>
              <a:gdLst/>
              <a:ahLst/>
              <a:cxnLst/>
              <a:rect l="l" t="t" r="r" b="b"/>
              <a:pathLst>
                <a:path w="32677" h="31430" extrusionOk="0">
                  <a:moveTo>
                    <a:pt x="17296" y="1"/>
                  </a:moveTo>
                  <a:cubicBezTo>
                    <a:pt x="7417" y="1551"/>
                    <a:pt x="1" y="7904"/>
                    <a:pt x="1" y="15533"/>
                  </a:cubicBezTo>
                  <a:cubicBezTo>
                    <a:pt x="1" y="24317"/>
                    <a:pt x="9819" y="31430"/>
                    <a:pt x="21947" y="31430"/>
                  </a:cubicBezTo>
                  <a:cubicBezTo>
                    <a:pt x="25837" y="31430"/>
                    <a:pt x="29545" y="30670"/>
                    <a:pt x="32676" y="29363"/>
                  </a:cubicBezTo>
                  <a:cubicBezTo>
                    <a:pt x="22159" y="24560"/>
                    <a:pt x="18512" y="8542"/>
                    <a:pt x="17296" y="1"/>
                  </a:cubicBezTo>
                  <a:close/>
                </a:path>
              </a:pathLst>
            </a:custGeom>
            <a:solidFill>
              <a:srgbClr val="134F5C">
                <a:alpha val="503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815;p64">
              <a:extLst>
                <a:ext uri="{FF2B5EF4-FFF2-40B4-BE49-F238E27FC236}">
                  <a16:creationId xmlns:a16="http://schemas.microsoft.com/office/drawing/2014/main" id="{BD6D955D-A625-D1C7-88E4-A71DF48BA30C}"/>
                </a:ext>
              </a:extLst>
            </p:cNvPr>
            <p:cNvSpPr/>
            <p:nvPr/>
          </p:nvSpPr>
          <p:spPr>
            <a:xfrm>
              <a:off x="-1962300" y="1583150"/>
              <a:ext cx="225700" cy="225700"/>
            </a:xfrm>
            <a:custGeom>
              <a:avLst/>
              <a:gdLst/>
              <a:ahLst/>
              <a:cxnLst/>
              <a:rect l="l" t="t" r="r" b="b"/>
              <a:pathLst>
                <a:path w="9028" h="9028" fill="none" extrusionOk="0">
                  <a:moveTo>
                    <a:pt x="9028" y="9027"/>
                  </a:moveTo>
                  <a:cubicBezTo>
                    <a:pt x="9028" y="9027"/>
                    <a:pt x="8876" y="0"/>
                    <a:pt x="0" y="0"/>
                  </a:cubicBezTo>
                </a:path>
              </a:pathLst>
            </a:custGeom>
            <a:solidFill>
              <a:schemeClr val="accent1"/>
            </a:solidFill>
            <a:ln w="19000" cap="rnd" cmpd="sng">
              <a:solidFill>
                <a:schemeClr val="l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816;p64">
              <a:extLst>
                <a:ext uri="{FF2B5EF4-FFF2-40B4-BE49-F238E27FC236}">
                  <a16:creationId xmlns:a16="http://schemas.microsoft.com/office/drawing/2014/main" id="{F06538F6-F2E1-93B5-9B0C-97CD732BEEC9}"/>
                </a:ext>
              </a:extLst>
            </p:cNvPr>
            <p:cNvSpPr/>
            <p:nvPr/>
          </p:nvSpPr>
          <p:spPr>
            <a:xfrm>
              <a:off x="-2006375" y="1538300"/>
              <a:ext cx="88925" cy="88925"/>
            </a:xfrm>
            <a:custGeom>
              <a:avLst/>
              <a:gdLst/>
              <a:ahLst/>
              <a:cxnLst/>
              <a:rect l="l" t="t" r="r" b="b"/>
              <a:pathLst>
                <a:path w="3557" h="3557" extrusionOk="0">
                  <a:moveTo>
                    <a:pt x="1763" y="1"/>
                  </a:moveTo>
                  <a:cubicBezTo>
                    <a:pt x="790" y="1"/>
                    <a:pt x="0" y="791"/>
                    <a:pt x="0" y="1794"/>
                  </a:cubicBezTo>
                  <a:cubicBezTo>
                    <a:pt x="0" y="2767"/>
                    <a:pt x="790" y="3557"/>
                    <a:pt x="1763" y="3557"/>
                  </a:cubicBezTo>
                  <a:cubicBezTo>
                    <a:pt x="2766" y="3557"/>
                    <a:pt x="3556" y="2767"/>
                    <a:pt x="3556" y="1794"/>
                  </a:cubicBezTo>
                  <a:cubicBezTo>
                    <a:pt x="3556" y="791"/>
                    <a:pt x="2766" y="1"/>
                    <a:pt x="17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817;p64">
              <a:extLst>
                <a:ext uri="{FF2B5EF4-FFF2-40B4-BE49-F238E27FC236}">
                  <a16:creationId xmlns:a16="http://schemas.microsoft.com/office/drawing/2014/main" id="{3B5E03D1-6E23-8795-DC5D-7BF116830C43}"/>
                </a:ext>
              </a:extLst>
            </p:cNvPr>
            <p:cNvSpPr/>
            <p:nvPr/>
          </p:nvSpPr>
          <p:spPr>
            <a:xfrm>
              <a:off x="-1253325" y="2008675"/>
              <a:ext cx="129200" cy="281950"/>
            </a:xfrm>
            <a:custGeom>
              <a:avLst/>
              <a:gdLst/>
              <a:ahLst/>
              <a:cxnLst/>
              <a:rect l="l" t="t" r="r" b="b"/>
              <a:pathLst>
                <a:path w="5168" h="11278" extrusionOk="0">
                  <a:moveTo>
                    <a:pt x="0" y="1"/>
                  </a:moveTo>
                  <a:lnTo>
                    <a:pt x="0" y="11277"/>
                  </a:lnTo>
                  <a:lnTo>
                    <a:pt x="3009" y="11277"/>
                  </a:lnTo>
                  <a:cubicBezTo>
                    <a:pt x="4164" y="11277"/>
                    <a:pt x="5167" y="10335"/>
                    <a:pt x="5167" y="9119"/>
                  </a:cubicBezTo>
                  <a:lnTo>
                    <a:pt x="5167" y="2159"/>
                  </a:lnTo>
                  <a:cubicBezTo>
                    <a:pt x="5167" y="943"/>
                    <a:pt x="4164" y="1"/>
                    <a:pt x="30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818;p64">
              <a:extLst>
                <a:ext uri="{FF2B5EF4-FFF2-40B4-BE49-F238E27FC236}">
                  <a16:creationId xmlns:a16="http://schemas.microsoft.com/office/drawing/2014/main" id="{E733976D-21C4-44EE-F6F1-BB84AA479773}"/>
                </a:ext>
              </a:extLst>
            </p:cNvPr>
            <p:cNvSpPr/>
            <p:nvPr/>
          </p:nvSpPr>
          <p:spPr>
            <a:xfrm>
              <a:off x="-2083900" y="2115050"/>
              <a:ext cx="671025" cy="84375"/>
            </a:xfrm>
            <a:custGeom>
              <a:avLst/>
              <a:gdLst/>
              <a:ahLst/>
              <a:cxnLst/>
              <a:rect l="l" t="t" r="r" b="b"/>
              <a:pathLst>
                <a:path w="26841" h="3375" fill="none" extrusionOk="0">
                  <a:moveTo>
                    <a:pt x="1" y="943"/>
                  </a:moveTo>
                  <a:cubicBezTo>
                    <a:pt x="1" y="943"/>
                    <a:pt x="4712" y="3375"/>
                    <a:pt x="13831" y="3375"/>
                  </a:cubicBezTo>
                  <a:cubicBezTo>
                    <a:pt x="22949" y="3375"/>
                    <a:pt x="26840" y="1"/>
                    <a:pt x="26840" y="1"/>
                  </a:cubicBezTo>
                </a:path>
              </a:pathLst>
            </a:custGeom>
            <a:solidFill>
              <a:schemeClr val="lt2"/>
            </a:solidFill>
            <a:ln w="265950" cap="rnd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819;p64">
              <a:extLst>
                <a:ext uri="{FF2B5EF4-FFF2-40B4-BE49-F238E27FC236}">
                  <a16:creationId xmlns:a16="http://schemas.microsoft.com/office/drawing/2014/main" id="{0043A0E5-A5CA-7967-A220-BCAE866D0E40}"/>
                </a:ext>
              </a:extLst>
            </p:cNvPr>
            <p:cNvSpPr/>
            <p:nvPr/>
          </p:nvSpPr>
          <p:spPr>
            <a:xfrm>
              <a:off x="-2013225" y="2126450"/>
              <a:ext cx="145925" cy="72975"/>
            </a:xfrm>
            <a:custGeom>
              <a:avLst/>
              <a:gdLst/>
              <a:ahLst/>
              <a:cxnLst/>
              <a:rect l="l" t="t" r="r" b="b"/>
              <a:pathLst>
                <a:path w="5837" h="2919" fill="none" extrusionOk="0">
                  <a:moveTo>
                    <a:pt x="1" y="2919"/>
                  </a:moveTo>
                  <a:cubicBezTo>
                    <a:pt x="1" y="1308"/>
                    <a:pt x="1277" y="1"/>
                    <a:pt x="2919" y="1"/>
                  </a:cubicBezTo>
                  <a:cubicBezTo>
                    <a:pt x="4529" y="1"/>
                    <a:pt x="5836" y="1277"/>
                    <a:pt x="5836" y="2919"/>
                  </a:cubicBezTo>
                </a:path>
              </a:pathLst>
            </a:custGeom>
            <a:noFill/>
            <a:ln w="19000" cap="rnd" cmpd="sng">
              <a:solidFill>
                <a:schemeClr val="accen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820;p64">
              <a:extLst>
                <a:ext uri="{FF2B5EF4-FFF2-40B4-BE49-F238E27FC236}">
                  <a16:creationId xmlns:a16="http://schemas.microsoft.com/office/drawing/2014/main" id="{59875F38-B9DB-A2F6-8937-2C2DB0E6AED9}"/>
                </a:ext>
              </a:extLst>
            </p:cNvPr>
            <p:cNvSpPr/>
            <p:nvPr/>
          </p:nvSpPr>
          <p:spPr>
            <a:xfrm>
              <a:off x="-1657600" y="2131025"/>
              <a:ext cx="146700" cy="72975"/>
            </a:xfrm>
            <a:custGeom>
              <a:avLst/>
              <a:gdLst/>
              <a:ahLst/>
              <a:cxnLst/>
              <a:rect l="l" t="t" r="r" b="b"/>
              <a:pathLst>
                <a:path w="5868" h="2919" fill="none" extrusionOk="0">
                  <a:moveTo>
                    <a:pt x="1" y="2918"/>
                  </a:moveTo>
                  <a:cubicBezTo>
                    <a:pt x="1" y="1338"/>
                    <a:pt x="1308" y="0"/>
                    <a:pt x="2949" y="0"/>
                  </a:cubicBezTo>
                  <a:cubicBezTo>
                    <a:pt x="4590" y="0"/>
                    <a:pt x="5867" y="1277"/>
                    <a:pt x="5867" y="2918"/>
                  </a:cubicBezTo>
                </a:path>
              </a:pathLst>
            </a:custGeom>
            <a:noFill/>
            <a:ln w="19000" cap="rnd" cmpd="sng">
              <a:solidFill>
                <a:schemeClr val="accen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C050BEC6-699D-92FD-32FE-37A6ADCD7F02}"/>
              </a:ext>
            </a:extLst>
          </p:cNvPr>
          <p:cNvSpPr/>
          <p:nvPr/>
        </p:nvSpPr>
        <p:spPr>
          <a:xfrm>
            <a:off x="1502273" y="2218886"/>
            <a:ext cx="3535823" cy="2525817"/>
          </a:xfrm>
          <a:prstGeom prst="roundRect">
            <a:avLst>
              <a:gd name="adj" fmla="val 15687"/>
            </a:avLst>
          </a:prstGeom>
          <a:solidFill>
            <a:srgbClr val="4581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826" name="Google Shape;826;p47"/>
          <p:cNvGrpSpPr/>
          <p:nvPr/>
        </p:nvGrpSpPr>
        <p:grpSpPr>
          <a:xfrm>
            <a:off x="5757957" y="890077"/>
            <a:ext cx="3516023" cy="3656521"/>
            <a:chOff x="5577299" y="769535"/>
            <a:chExt cx="3338639" cy="3282989"/>
          </a:xfrm>
        </p:grpSpPr>
        <p:grpSp>
          <p:nvGrpSpPr>
            <p:cNvPr id="827" name="Google Shape;827;p47"/>
            <p:cNvGrpSpPr/>
            <p:nvPr/>
          </p:nvGrpSpPr>
          <p:grpSpPr>
            <a:xfrm>
              <a:off x="5577299" y="1652817"/>
              <a:ext cx="3338639" cy="2399708"/>
              <a:chOff x="5577299" y="1652817"/>
              <a:chExt cx="3338639" cy="2399708"/>
            </a:xfrm>
          </p:grpSpPr>
          <p:sp>
            <p:nvSpPr>
              <p:cNvPr id="828" name="Google Shape;828;p47"/>
              <p:cNvSpPr/>
              <p:nvPr/>
            </p:nvSpPr>
            <p:spPr>
              <a:xfrm>
                <a:off x="5577299" y="3926350"/>
                <a:ext cx="3338639" cy="126175"/>
              </a:xfrm>
              <a:custGeom>
                <a:avLst/>
                <a:gdLst/>
                <a:ahLst/>
                <a:cxnLst/>
                <a:rect l="l" t="t" r="r" b="b"/>
                <a:pathLst>
                  <a:path w="48848" h="1987" extrusionOk="0">
                    <a:moveTo>
                      <a:pt x="48848" y="996"/>
                    </a:moveTo>
                    <a:cubicBezTo>
                      <a:pt x="48848" y="1543"/>
                      <a:pt x="37914" y="1986"/>
                      <a:pt x="24424" y="1986"/>
                    </a:cubicBezTo>
                    <a:cubicBezTo>
                      <a:pt x="10935" y="1986"/>
                      <a:pt x="1" y="1543"/>
                      <a:pt x="1" y="996"/>
                    </a:cubicBezTo>
                    <a:cubicBezTo>
                      <a:pt x="1" y="450"/>
                      <a:pt x="10935" y="1"/>
                      <a:pt x="24424" y="1"/>
                    </a:cubicBezTo>
                    <a:cubicBezTo>
                      <a:pt x="37914" y="1"/>
                      <a:pt x="48848" y="450"/>
                      <a:pt x="48848" y="996"/>
                    </a:cubicBezTo>
                    <a:close/>
                  </a:path>
                </a:pathLst>
              </a:custGeom>
              <a:solidFill>
                <a:srgbClr val="134F5C">
                  <a:alpha val="327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Google Shape;829;p47"/>
              <p:cNvSpPr/>
              <p:nvPr/>
            </p:nvSpPr>
            <p:spPr>
              <a:xfrm>
                <a:off x="6228754" y="2129902"/>
                <a:ext cx="1911687" cy="1257580"/>
              </a:xfrm>
              <a:custGeom>
                <a:avLst/>
                <a:gdLst/>
                <a:ahLst/>
                <a:cxnLst/>
                <a:rect l="l" t="t" r="r" b="b"/>
                <a:pathLst>
                  <a:path w="32885" h="21633" extrusionOk="0">
                    <a:moveTo>
                      <a:pt x="32309" y="21633"/>
                    </a:moveTo>
                    <a:lnTo>
                      <a:pt x="576" y="21633"/>
                    </a:lnTo>
                    <a:cubicBezTo>
                      <a:pt x="260" y="21633"/>
                      <a:pt x="1" y="21374"/>
                      <a:pt x="1" y="21057"/>
                    </a:cubicBezTo>
                    <a:lnTo>
                      <a:pt x="1" y="576"/>
                    </a:lnTo>
                    <a:cubicBezTo>
                      <a:pt x="1" y="259"/>
                      <a:pt x="260" y="0"/>
                      <a:pt x="576" y="0"/>
                    </a:cubicBezTo>
                    <a:lnTo>
                      <a:pt x="32309" y="0"/>
                    </a:lnTo>
                    <a:cubicBezTo>
                      <a:pt x="32625" y="0"/>
                      <a:pt x="32884" y="259"/>
                      <a:pt x="32884" y="576"/>
                    </a:cubicBezTo>
                    <a:lnTo>
                      <a:pt x="32884" y="21057"/>
                    </a:lnTo>
                    <a:cubicBezTo>
                      <a:pt x="32884" y="21374"/>
                      <a:pt x="32625" y="21633"/>
                      <a:pt x="32309" y="21633"/>
                    </a:cubicBezTo>
                    <a:close/>
                  </a:path>
                </a:pathLst>
              </a:custGeom>
              <a:solidFill>
                <a:srgbClr val="C9C9C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Google Shape;830;p47"/>
              <p:cNvSpPr/>
              <p:nvPr/>
            </p:nvSpPr>
            <p:spPr>
              <a:xfrm>
                <a:off x="6233463" y="2134553"/>
                <a:ext cx="1901921" cy="1247930"/>
              </a:xfrm>
              <a:custGeom>
                <a:avLst/>
                <a:gdLst/>
                <a:ahLst/>
                <a:cxnLst/>
                <a:rect l="l" t="t" r="r" b="b"/>
                <a:pathLst>
                  <a:path w="32717" h="21467" extrusionOk="0">
                    <a:moveTo>
                      <a:pt x="1" y="20937"/>
                    </a:moveTo>
                    <a:lnTo>
                      <a:pt x="1" y="525"/>
                    </a:lnTo>
                    <a:cubicBezTo>
                      <a:pt x="1" y="237"/>
                      <a:pt x="236" y="1"/>
                      <a:pt x="524" y="1"/>
                    </a:cubicBezTo>
                    <a:lnTo>
                      <a:pt x="32187" y="1"/>
                    </a:lnTo>
                    <a:cubicBezTo>
                      <a:pt x="32475" y="1"/>
                      <a:pt x="32717" y="237"/>
                      <a:pt x="32717" y="525"/>
                    </a:cubicBezTo>
                    <a:lnTo>
                      <a:pt x="32717" y="20937"/>
                    </a:lnTo>
                    <a:cubicBezTo>
                      <a:pt x="32717" y="21225"/>
                      <a:pt x="32475" y="21466"/>
                      <a:pt x="32187" y="21466"/>
                    </a:cubicBezTo>
                    <a:lnTo>
                      <a:pt x="524" y="21466"/>
                    </a:lnTo>
                    <a:cubicBezTo>
                      <a:pt x="231" y="21466"/>
                      <a:pt x="1" y="21225"/>
                      <a:pt x="1" y="2093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Google Shape;831;p47"/>
              <p:cNvSpPr/>
              <p:nvPr/>
            </p:nvSpPr>
            <p:spPr>
              <a:xfrm>
                <a:off x="6339203" y="2238608"/>
                <a:ext cx="1689796" cy="1052547"/>
              </a:xfrm>
              <a:custGeom>
                <a:avLst/>
                <a:gdLst/>
                <a:ahLst/>
                <a:cxnLst/>
                <a:rect l="l" t="t" r="r" b="b"/>
                <a:pathLst>
                  <a:path w="29068" h="18106" extrusionOk="0">
                    <a:moveTo>
                      <a:pt x="0" y="1"/>
                    </a:moveTo>
                    <a:lnTo>
                      <a:pt x="29068" y="1"/>
                    </a:lnTo>
                    <a:lnTo>
                      <a:pt x="29068" y="18105"/>
                    </a:lnTo>
                    <a:lnTo>
                      <a:pt x="0" y="18105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Google Shape;832;p47"/>
              <p:cNvSpPr/>
              <p:nvPr/>
            </p:nvSpPr>
            <p:spPr>
              <a:xfrm>
                <a:off x="5966524" y="3910297"/>
                <a:ext cx="2435868" cy="92721"/>
              </a:xfrm>
              <a:custGeom>
                <a:avLst/>
                <a:gdLst/>
                <a:ahLst/>
                <a:cxnLst/>
                <a:rect l="l" t="t" r="r" b="b"/>
                <a:pathLst>
                  <a:path w="41902" h="1595" extrusionOk="0">
                    <a:moveTo>
                      <a:pt x="40888" y="1595"/>
                    </a:moveTo>
                    <a:lnTo>
                      <a:pt x="1007" y="1595"/>
                    </a:lnTo>
                    <a:cubicBezTo>
                      <a:pt x="581" y="1595"/>
                      <a:pt x="173" y="1169"/>
                      <a:pt x="92" y="634"/>
                    </a:cubicBezTo>
                    <a:lnTo>
                      <a:pt x="0" y="0"/>
                    </a:lnTo>
                    <a:lnTo>
                      <a:pt x="41901" y="0"/>
                    </a:lnTo>
                    <a:lnTo>
                      <a:pt x="41809" y="634"/>
                    </a:lnTo>
                    <a:cubicBezTo>
                      <a:pt x="41723" y="1169"/>
                      <a:pt x="41314" y="1595"/>
                      <a:pt x="40888" y="159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Google Shape;833;p47"/>
              <p:cNvSpPr/>
              <p:nvPr/>
            </p:nvSpPr>
            <p:spPr>
              <a:xfrm>
                <a:off x="5956467" y="3385718"/>
                <a:ext cx="2455575" cy="537377"/>
              </a:xfrm>
              <a:custGeom>
                <a:avLst/>
                <a:gdLst/>
                <a:ahLst/>
                <a:cxnLst/>
                <a:rect l="l" t="t" r="r" b="b"/>
                <a:pathLst>
                  <a:path w="42241" h="9244" extrusionOk="0">
                    <a:moveTo>
                      <a:pt x="41487" y="9243"/>
                    </a:moveTo>
                    <a:lnTo>
                      <a:pt x="754" y="9243"/>
                    </a:lnTo>
                    <a:cubicBezTo>
                      <a:pt x="231" y="9243"/>
                      <a:pt x="1" y="9076"/>
                      <a:pt x="288" y="8581"/>
                    </a:cubicBezTo>
                    <a:lnTo>
                      <a:pt x="4489" y="317"/>
                    </a:lnTo>
                    <a:cubicBezTo>
                      <a:pt x="4604" y="116"/>
                      <a:pt x="4783" y="1"/>
                      <a:pt x="4984" y="1"/>
                    </a:cubicBezTo>
                    <a:lnTo>
                      <a:pt x="37263" y="1"/>
                    </a:lnTo>
                    <a:cubicBezTo>
                      <a:pt x="37464" y="1"/>
                      <a:pt x="37643" y="116"/>
                      <a:pt x="37758" y="317"/>
                    </a:cubicBezTo>
                    <a:lnTo>
                      <a:pt x="41959" y="8576"/>
                    </a:lnTo>
                    <a:cubicBezTo>
                      <a:pt x="42241" y="9076"/>
                      <a:pt x="42011" y="9243"/>
                      <a:pt x="41487" y="924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Google Shape;834;p47"/>
              <p:cNvSpPr/>
              <p:nvPr/>
            </p:nvSpPr>
            <p:spPr>
              <a:xfrm>
                <a:off x="6169228" y="3416876"/>
                <a:ext cx="2030045" cy="256946"/>
              </a:xfrm>
              <a:custGeom>
                <a:avLst/>
                <a:gdLst/>
                <a:ahLst/>
                <a:cxnLst/>
                <a:rect l="l" t="t" r="r" b="b"/>
                <a:pathLst>
                  <a:path w="34921" h="4420" extrusionOk="0">
                    <a:moveTo>
                      <a:pt x="34432" y="4420"/>
                    </a:moveTo>
                    <a:lnTo>
                      <a:pt x="490" y="4420"/>
                    </a:lnTo>
                    <a:cubicBezTo>
                      <a:pt x="196" y="4420"/>
                      <a:pt x="1" y="4328"/>
                      <a:pt x="58" y="4218"/>
                    </a:cubicBezTo>
                    <a:lnTo>
                      <a:pt x="2032" y="161"/>
                    </a:lnTo>
                    <a:cubicBezTo>
                      <a:pt x="2072" y="75"/>
                      <a:pt x="2320" y="0"/>
                      <a:pt x="2579" y="0"/>
                    </a:cubicBezTo>
                    <a:lnTo>
                      <a:pt x="32366" y="0"/>
                    </a:lnTo>
                    <a:cubicBezTo>
                      <a:pt x="32625" y="0"/>
                      <a:pt x="32866" y="75"/>
                      <a:pt x="32912" y="161"/>
                    </a:cubicBezTo>
                    <a:lnTo>
                      <a:pt x="34881" y="4218"/>
                    </a:lnTo>
                    <a:cubicBezTo>
                      <a:pt x="34921" y="4328"/>
                      <a:pt x="34725" y="4420"/>
                      <a:pt x="34432" y="442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835" name="Google Shape;835;p47"/>
              <p:cNvGrpSpPr/>
              <p:nvPr/>
            </p:nvGrpSpPr>
            <p:grpSpPr>
              <a:xfrm>
                <a:off x="6239159" y="3429258"/>
                <a:ext cx="1890236" cy="221485"/>
                <a:chOff x="6239159" y="3429258"/>
                <a:chExt cx="1890236" cy="221485"/>
              </a:xfrm>
            </p:grpSpPr>
            <p:sp>
              <p:nvSpPr>
                <p:cNvPr id="836" name="Google Shape;836;p47"/>
                <p:cNvSpPr/>
                <p:nvPr/>
              </p:nvSpPr>
              <p:spPr>
                <a:xfrm>
                  <a:off x="6239508" y="3431932"/>
                  <a:ext cx="1888841" cy="2188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492" h="3764" extrusionOk="0">
                      <a:moveTo>
                        <a:pt x="2860" y="248"/>
                      </a:moveTo>
                      <a:lnTo>
                        <a:pt x="1801" y="248"/>
                      </a:lnTo>
                      <a:cubicBezTo>
                        <a:pt x="1681" y="248"/>
                        <a:pt x="1600" y="213"/>
                        <a:pt x="1611" y="173"/>
                      </a:cubicBezTo>
                      <a:lnTo>
                        <a:pt x="1658" y="81"/>
                      </a:lnTo>
                      <a:cubicBezTo>
                        <a:pt x="1681" y="40"/>
                        <a:pt x="1784" y="12"/>
                        <a:pt x="1911" y="12"/>
                      </a:cubicBezTo>
                      <a:lnTo>
                        <a:pt x="2958" y="12"/>
                      </a:lnTo>
                      <a:cubicBezTo>
                        <a:pt x="3079" y="12"/>
                        <a:pt x="3160" y="46"/>
                        <a:pt x="3148" y="81"/>
                      </a:cubicBezTo>
                      <a:lnTo>
                        <a:pt x="3102" y="173"/>
                      </a:lnTo>
                      <a:cubicBezTo>
                        <a:pt x="3085" y="213"/>
                        <a:pt x="2981" y="248"/>
                        <a:pt x="2860" y="248"/>
                      </a:cubicBezTo>
                      <a:close/>
                      <a:moveTo>
                        <a:pt x="5087" y="0"/>
                      </a:moveTo>
                      <a:lnTo>
                        <a:pt x="4040" y="0"/>
                      </a:lnTo>
                      <a:cubicBezTo>
                        <a:pt x="3913" y="0"/>
                        <a:pt x="3810" y="40"/>
                        <a:pt x="3793" y="75"/>
                      </a:cubicBezTo>
                      <a:lnTo>
                        <a:pt x="3758" y="167"/>
                      </a:lnTo>
                      <a:cubicBezTo>
                        <a:pt x="3741" y="213"/>
                        <a:pt x="3827" y="242"/>
                        <a:pt x="3942" y="242"/>
                      </a:cubicBezTo>
                      <a:lnTo>
                        <a:pt x="5001" y="242"/>
                      </a:lnTo>
                      <a:cubicBezTo>
                        <a:pt x="5122" y="242"/>
                        <a:pt x="5231" y="202"/>
                        <a:pt x="5243" y="167"/>
                      </a:cubicBezTo>
                      <a:lnTo>
                        <a:pt x="5283" y="75"/>
                      </a:lnTo>
                      <a:cubicBezTo>
                        <a:pt x="5289" y="29"/>
                        <a:pt x="5202" y="0"/>
                        <a:pt x="5087" y="0"/>
                      </a:cubicBezTo>
                      <a:close/>
                      <a:moveTo>
                        <a:pt x="7211" y="0"/>
                      </a:moveTo>
                      <a:lnTo>
                        <a:pt x="6169" y="0"/>
                      </a:lnTo>
                      <a:cubicBezTo>
                        <a:pt x="6043" y="0"/>
                        <a:pt x="5945" y="40"/>
                        <a:pt x="5928" y="75"/>
                      </a:cubicBezTo>
                      <a:lnTo>
                        <a:pt x="5899" y="167"/>
                      </a:lnTo>
                      <a:cubicBezTo>
                        <a:pt x="5887" y="213"/>
                        <a:pt x="5974" y="242"/>
                        <a:pt x="6094" y="242"/>
                      </a:cubicBezTo>
                      <a:lnTo>
                        <a:pt x="7153" y="242"/>
                      </a:lnTo>
                      <a:cubicBezTo>
                        <a:pt x="7274" y="242"/>
                        <a:pt x="7372" y="202"/>
                        <a:pt x="7389" y="167"/>
                      </a:cubicBezTo>
                      <a:lnTo>
                        <a:pt x="7418" y="75"/>
                      </a:lnTo>
                      <a:cubicBezTo>
                        <a:pt x="7418" y="29"/>
                        <a:pt x="7332" y="0"/>
                        <a:pt x="7211" y="0"/>
                      </a:cubicBezTo>
                      <a:close/>
                      <a:moveTo>
                        <a:pt x="9340" y="0"/>
                      </a:moveTo>
                      <a:lnTo>
                        <a:pt x="8287" y="0"/>
                      </a:lnTo>
                      <a:cubicBezTo>
                        <a:pt x="8166" y="0"/>
                        <a:pt x="8068" y="40"/>
                        <a:pt x="8051" y="75"/>
                      </a:cubicBezTo>
                      <a:lnTo>
                        <a:pt x="8028" y="167"/>
                      </a:lnTo>
                      <a:cubicBezTo>
                        <a:pt x="8022" y="213"/>
                        <a:pt x="8109" y="242"/>
                        <a:pt x="8230" y="242"/>
                      </a:cubicBezTo>
                      <a:lnTo>
                        <a:pt x="9288" y="242"/>
                      </a:lnTo>
                      <a:cubicBezTo>
                        <a:pt x="9409" y="242"/>
                        <a:pt x="9513" y="202"/>
                        <a:pt x="9519" y="167"/>
                      </a:cubicBezTo>
                      <a:lnTo>
                        <a:pt x="9542" y="75"/>
                      </a:lnTo>
                      <a:cubicBezTo>
                        <a:pt x="9547" y="29"/>
                        <a:pt x="9455" y="0"/>
                        <a:pt x="9340" y="0"/>
                      </a:cubicBezTo>
                      <a:close/>
                      <a:moveTo>
                        <a:pt x="11464" y="0"/>
                      </a:moveTo>
                      <a:lnTo>
                        <a:pt x="10411" y="0"/>
                      </a:lnTo>
                      <a:cubicBezTo>
                        <a:pt x="10290" y="0"/>
                        <a:pt x="10186" y="40"/>
                        <a:pt x="10180" y="75"/>
                      </a:cubicBezTo>
                      <a:lnTo>
                        <a:pt x="10157" y="167"/>
                      </a:lnTo>
                      <a:cubicBezTo>
                        <a:pt x="10152" y="213"/>
                        <a:pt x="10244" y="242"/>
                        <a:pt x="10359" y="242"/>
                      </a:cubicBezTo>
                      <a:lnTo>
                        <a:pt x="11418" y="242"/>
                      </a:lnTo>
                      <a:cubicBezTo>
                        <a:pt x="11539" y="242"/>
                        <a:pt x="11642" y="202"/>
                        <a:pt x="11648" y="167"/>
                      </a:cubicBezTo>
                      <a:lnTo>
                        <a:pt x="11659" y="75"/>
                      </a:lnTo>
                      <a:cubicBezTo>
                        <a:pt x="11677" y="29"/>
                        <a:pt x="11585" y="0"/>
                        <a:pt x="11464" y="0"/>
                      </a:cubicBezTo>
                      <a:close/>
                      <a:moveTo>
                        <a:pt x="13587" y="0"/>
                      </a:moveTo>
                      <a:lnTo>
                        <a:pt x="12540" y="0"/>
                      </a:lnTo>
                      <a:cubicBezTo>
                        <a:pt x="12419" y="0"/>
                        <a:pt x="12315" y="40"/>
                        <a:pt x="12315" y="75"/>
                      </a:cubicBezTo>
                      <a:lnTo>
                        <a:pt x="12304" y="167"/>
                      </a:lnTo>
                      <a:cubicBezTo>
                        <a:pt x="12298" y="213"/>
                        <a:pt x="12390" y="242"/>
                        <a:pt x="12511" y="242"/>
                      </a:cubicBezTo>
                      <a:lnTo>
                        <a:pt x="13570" y="242"/>
                      </a:lnTo>
                      <a:cubicBezTo>
                        <a:pt x="13691" y="242"/>
                        <a:pt x="13794" y="202"/>
                        <a:pt x="13794" y="167"/>
                      </a:cubicBezTo>
                      <a:lnTo>
                        <a:pt x="13800" y="75"/>
                      </a:lnTo>
                      <a:cubicBezTo>
                        <a:pt x="13800" y="29"/>
                        <a:pt x="13708" y="0"/>
                        <a:pt x="13587" y="0"/>
                      </a:cubicBezTo>
                      <a:close/>
                      <a:moveTo>
                        <a:pt x="15711" y="0"/>
                      </a:moveTo>
                      <a:lnTo>
                        <a:pt x="14663" y="0"/>
                      </a:lnTo>
                      <a:cubicBezTo>
                        <a:pt x="14543" y="0"/>
                        <a:pt x="14445" y="40"/>
                        <a:pt x="14439" y="75"/>
                      </a:cubicBezTo>
                      <a:lnTo>
                        <a:pt x="14433" y="167"/>
                      </a:lnTo>
                      <a:cubicBezTo>
                        <a:pt x="14433" y="213"/>
                        <a:pt x="14525" y="242"/>
                        <a:pt x="14646" y="242"/>
                      </a:cubicBezTo>
                      <a:lnTo>
                        <a:pt x="15705" y="242"/>
                      </a:lnTo>
                      <a:cubicBezTo>
                        <a:pt x="15826" y="242"/>
                        <a:pt x="15924" y="202"/>
                        <a:pt x="15924" y="167"/>
                      </a:cubicBezTo>
                      <a:lnTo>
                        <a:pt x="15924" y="75"/>
                      </a:lnTo>
                      <a:cubicBezTo>
                        <a:pt x="15929" y="29"/>
                        <a:pt x="15837" y="0"/>
                        <a:pt x="15711" y="0"/>
                      </a:cubicBezTo>
                      <a:close/>
                      <a:moveTo>
                        <a:pt x="17834" y="0"/>
                      </a:moveTo>
                      <a:lnTo>
                        <a:pt x="16787" y="0"/>
                      </a:lnTo>
                      <a:cubicBezTo>
                        <a:pt x="16660" y="0"/>
                        <a:pt x="16568" y="40"/>
                        <a:pt x="16568" y="75"/>
                      </a:cubicBezTo>
                      <a:lnTo>
                        <a:pt x="16568" y="167"/>
                      </a:lnTo>
                      <a:cubicBezTo>
                        <a:pt x="16568" y="213"/>
                        <a:pt x="16672" y="242"/>
                        <a:pt x="16787" y="242"/>
                      </a:cubicBezTo>
                      <a:lnTo>
                        <a:pt x="17840" y="242"/>
                      </a:lnTo>
                      <a:cubicBezTo>
                        <a:pt x="17961" y="242"/>
                        <a:pt x="18059" y="202"/>
                        <a:pt x="18059" y="167"/>
                      </a:cubicBezTo>
                      <a:lnTo>
                        <a:pt x="18047" y="75"/>
                      </a:lnTo>
                      <a:cubicBezTo>
                        <a:pt x="18059" y="29"/>
                        <a:pt x="17955" y="0"/>
                        <a:pt x="17834" y="0"/>
                      </a:cubicBezTo>
                      <a:close/>
                      <a:moveTo>
                        <a:pt x="19964" y="0"/>
                      </a:moveTo>
                      <a:lnTo>
                        <a:pt x="18916" y="0"/>
                      </a:lnTo>
                      <a:cubicBezTo>
                        <a:pt x="18790" y="0"/>
                        <a:pt x="18698" y="40"/>
                        <a:pt x="18703" y="75"/>
                      </a:cubicBezTo>
                      <a:lnTo>
                        <a:pt x="18715" y="167"/>
                      </a:lnTo>
                      <a:cubicBezTo>
                        <a:pt x="18715" y="213"/>
                        <a:pt x="18813" y="242"/>
                        <a:pt x="18933" y="242"/>
                      </a:cubicBezTo>
                      <a:lnTo>
                        <a:pt x="19992" y="242"/>
                      </a:lnTo>
                      <a:cubicBezTo>
                        <a:pt x="20113" y="242"/>
                        <a:pt x="20211" y="202"/>
                        <a:pt x="20200" y="167"/>
                      </a:cubicBezTo>
                      <a:lnTo>
                        <a:pt x="20188" y="75"/>
                      </a:lnTo>
                      <a:cubicBezTo>
                        <a:pt x="20182" y="29"/>
                        <a:pt x="20079" y="0"/>
                        <a:pt x="19964" y="0"/>
                      </a:cubicBezTo>
                      <a:close/>
                      <a:moveTo>
                        <a:pt x="22087" y="0"/>
                      </a:moveTo>
                      <a:lnTo>
                        <a:pt x="21034" y="0"/>
                      </a:lnTo>
                      <a:cubicBezTo>
                        <a:pt x="20913" y="0"/>
                        <a:pt x="20827" y="40"/>
                        <a:pt x="20827" y="75"/>
                      </a:cubicBezTo>
                      <a:lnTo>
                        <a:pt x="20844" y="167"/>
                      </a:lnTo>
                      <a:cubicBezTo>
                        <a:pt x="20850" y="213"/>
                        <a:pt x="20948" y="242"/>
                        <a:pt x="21074" y="242"/>
                      </a:cubicBezTo>
                      <a:lnTo>
                        <a:pt x="22127" y="242"/>
                      </a:lnTo>
                      <a:cubicBezTo>
                        <a:pt x="22248" y="242"/>
                        <a:pt x="22340" y="202"/>
                        <a:pt x="22329" y="167"/>
                      </a:cubicBezTo>
                      <a:lnTo>
                        <a:pt x="22306" y="75"/>
                      </a:lnTo>
                      <a:cubicBezTo>
                        <a:pt x="22312" y="29"/>
                        <a:pt x="22208" y="0"/>
                        <a:pt x="22087" y="0"/>
                      </a:cubicBezTo>
                      <a:close/>
                      <a:moveTo>
                        <a:pt x="24216" y="0"/>
                      </a:moveTo>
                      <a:lnTo>
                        <a:pt x="23163" y="0"/>
                      </a:lnTo>
                      <a:cubicBezTo>
                        <a:pt x="23042" y="0"/>
                        <a:pt x="22956" y="40"/>
                        <a:pt x="22962" y="75"/>
                      </a:cubicBezTo>
                      <a:lnTo>
                        <a:pt x="22985" y="167"/>
                      </a:lnTo>
                      <a:cubicBezTo>
                        <a:pt x="22991" y="213"/>
                        <a:pt x="23100" y="242"/>
                        <a:pt x="23215" y="242"/>
                      </a:cubicBezTo>
                      <a:lnTo>
                        <a:pt x="24274" y="242"/>
                      </a:lnTo>
                      <a:cubicBezTo>
                        <a:pt x="24395" y="242"/>
                        <a:pt x="24481" y="202"/>
                        <a:pt x="24475" y="167"/>
                      </a:cubicBezTo>
                      <a:lnTo>
                        <a:pt x="24452" y="75"/>
                      </a:lnTo>
                      <a:cubicBezTo>
                        <a:pt x="24441" y="29"/>
                        <a:pt x="24332" y="0"/>
                        <a:pt x="24216" y="0"/>
                      </a:cubicBezTo>
                      <a:close/>
                      <a:moveTo>
                        <a:pt x="26340" y="0"/>
                      </a:moveTo>
                      <a:lnTo>
                        <a:pt x="25287" y="0"/>
                      </a:lnTo>
                      <a:cubicBezTo>
                        <a:pt x="25166" y="0"/>
                        <a:pt x="25080" y="40"/>
                        <a:pt x="25091" y="75"/>
                      </a:cubicBezTo>
                      <a:lnTo>
                        <a:pt x="25120" y="167"/>
                      </a:lnTo>
                      <a:cubicBezTo>
                        <a:pt x="25137" y="213"/>
                        <a:pt x="25235" y="242"/>
                        <a:pt x="25362" y="242"/>
                      </a:cubicBezTo>
                      <a:lnTo>
                        <a:pt x="26415" y="242"/>
                      </a:lnTo>
                      <a:cubicBezTo>
                        <a:pt x="26541" y="242"/>
                        <a:pt x="26628" y="202"/>
                        <a:pt x="26610" y="167"/>
                      </a:cubicBezTo>
                      <a:lnTo>
                        <a:pt x="26582" y="75"/>
                      </a:lnTo>
                      <a:cubicBezTo>
                        <a:pt x="26570" y="29"/>
                        <a:pt x="26461" y="0"/>
                        <a:pt x="26340" y="0"/>
                      </a:cubicBezTo>
                      <a:close/>
                      <a:moveTo>
                        <a:pt x="28469" y="0"/>
                      </a:moveTo>
                      <a:lnTo>
                        <a:pt x="27416" y="0"/>
                      </a:lnTo>
                      <a:cubicBezTo>
                        <a:pt x="27295" y="0"/>
                        <a:pt x="27215" y="40"/>
                        <a:pt x="27220" y="75"/>
                      </a:cubicBezTo>
                      <a:lnTo>
                        <a:pt x="27261" y="167"/>
                      </a:lnTo>
                      <a:cubicBezTo>
                        <a:pt x="27272" y="213"/>
                        <a:pt x="27382" y="242"/>
                        <a:pt x="27502" y="242"/>
                      </a:cubicBezTo>
                      <a:lnTo>
                        <a:pt x="28561" y="242"/>
                      </a:lnTo>
                      <a:cubicBezTo>
                        <a:pt x="28682" y="242"/>
                        <a:pt x="28763" y="202"/>
                        <a:pt x="28745" y="167"/>
                      </a:cubicBezTo>
                      <a:lnTo>
                        <a:pt x="28711" y="75"/>
                      </a:lnTo>
                      <a:cubicBezTo>
                        <a:pt x="28688" y="29"/>
                        <a:pt x="28584" y="0"/>
                        <a:pt x="28469" y="0"/>
                      </a:cubicBezTo>
                      <a:close/>
                      <a:moveTo>
                        <a:pt x="30587" y="0"/>
                      </a:moveTo>
                      <a:lnTo>
                        <a:pt x="29540" y="0"/>
                      </a:lnTo>
                      <a:cubicBezTo>
                        <a:pt x="29419" y="0"/>
                        <a:pt x="29338" y="40"/>
                        <a:pt x="29350" y="75"/>
                      </a:cubicBezTo>
                      <a:lnTo>
                        <a:pt x="29396" y="167"/>
                      </a:lnTo>
                      <a:cubicBezTo>
                        <a:pt x="29407" y="213"/>
                        <a:pt x="29522" y="242"/>
                        <a:pt x="29637" y="242"/>
                      </a:cubicBezTo>
                      <a:lnTo>
                        <a:pt x="30696" y="242"/>
                      </a:lnTo>
                      <a:cubicBezTo>
                        <a:pt x="30817" y="242"/>
                        <a:pt x="30898" y="202"/>
                        <a:pt x="30886" y="167"/>
                      </a:cubicBezTo>
                      <a:lnTo>
                        <a:pt x="30840" y="75"/>
                      </a:lnTo>
                      <a:cubicBezTo>
                        <a:pt x="30817" y="29"/>
                        <a:pt x="30714" y="0"/>
                        <a:pt x="30587" y="0"/>
                      </a:cubicBezTo>
                      <a:close/>
                      <a:moveTo>
                        <a:pt x="2751" y="391"/>
                      </a:moveTo>
                      <a:lnTo>
                        <a:pt x="1744" y="391"/>
                      </a:lnTo>
                      <a:cubicBezTo>
                        <a:pt x="1623" y="391"/>
                        <a:pt x="1514" y="426"/>
                        <a:pt x="1491" y="460"/>
                      </a:cubicBezTo>
                      <a:lnTo>
                        <a:pt x="1335" y="817"/>
                      </a:lnTo>
                      <a:cubicBezTo>
                        <a:pt x="1312" y="858"/>
                        <a:pt x="1399" y="892"/>
                        <a:pt x="1519" y="892"/>
                      </a:cubicBezTo>
                      <a:lnTo>
                        <a:pt x="2550" y="892"/>
                      </a:lnTo>
                      <a:cubicBezTo>
                        <a:pt x="2670" y="892"/>
                        <a:pt x="2785" y="858"/>
                        <a:pt x="2803" y="817"/>
                      </a:cubicBezTo>
                      <a:lnTo>
                        <a:pt x="2947" y="460"/>
                      </a:lnTo>
                      <a:cubicBezTo>
                        <a:pt x="2952" y="420"/>
                        <a:pt x="2872" y="391"/>
                        <a:pt x="2751" y="391"/>
                      </a:cubicBezTo>
                      <a:close/>
                      <a:moveTo>
                        <a:pt x="4828" y="391"/>
                      </a:moveTo>
                      <a:lnTo>
                        <a:pt x="3821" y="391"/>
                      </a:lnTo>
                      <a:cubicBezTo>
                        <a:pt x="3700" y="391"/>
                        <a:pt x="3591" y="426"/>
                        <a:pt x="3580" y="460"/>
                      </a:cubicBezTo>
                      <a:lnTo>
                        <a:pt x="3442" y="817"/>
                      </a:lnTo>
                      <a:cubicBezTo>
                        <a:pt x="3424" y="858"/>
                        <a:pt x="3511" y="892"/>
                        <a:pt x="3631" y="892"/>
                      </a:cubicBezTo>
                      <a:lnTo>
                        <a:pt x="4662" y="892"/>
                      </a:lnTo>
                      <a:cubicBezTo>
                        <a:pt x="4782" y="892"/>
                        <a:pt x="4892" y="858"/>
                        <a:pt x="4915" y="817"/>
                      </a:cubicBezTo>
                      <a:lnTo>
                        <a:pt x="5036" y="460"/>
                      </a:lnTo>
                      <a:cubicBezTo>
                        <a:pt x="5036" y="420"/>
                        <a:pt x="4949" y="391"/>
                        <a:pt x="4828" y="391"/>
                      </a:cubicBezTo>
                      <a:close/>
                      <a:moveTo>
                        <a:pt x="6906" y="391"/>
                      </a:moveTo>
                      <a:lnTo>
                        <a:pt x="5899" y="391"/>
                      </a:lnTo>
                      <a:cubicBezTo>
                        <a:pt x="5778" y="391"/>
                        <a:pt x="5669" y="426"/>
                        <a:pt x="5657" y="460"/>
                      </a:cubicBezTo>
                      <a:lnTo>
                        <a:pt x="5542" y="817"/>
                      </a:lnTo>
                      <a:cubicBezTo>
                        <a:pt x="5525" y="858"/>
                        <a:pt x="5611" y="892"/>
                        <a:pt x="5738" y="892"/>
                      </a:cubicBezTo>
                      <a:lnTo>
                        <a:pt x="6762" y="892"/>
                      </a:lnTo>
                      <a:cubicBezTo>
                        <a:pt x="6889" y="892"/>
                        <a:pt x="6992" y="858"/>
                        <a:pt x="7009" y="817"/>
                      </a:cubicBezTo>
                      <a:lnTo>
                        <a:pt x="7107" y="460"/>
                      </a:lnTo>
                      <a:cubicBezTo>
                        <a:pt x="7113" y="420"/>
                        <a:pt x="7021" y="391"/>
                        <a:pt x="6906" y="391"/>
                      </a:cubicBezTo>
                      <a:close/>
                      <a:moveTo>
                        <a:pt x="8978" y="391"/>
                      </a:moveTo>
                      <a:lnTo>
                        <a:pt x="7971" y="391"/>
                      </a:lnTo>
                      <a:cubicBezTo>
                        <a:pt x="7850" y="391"/>
                        <a:pt x="7740" y="426"/>
                        <a:pt x="7735" y="460"/>
                      </a:cubicBezTo>
                      <a:lnTo>
                        <a:pt x="7643" y="817"/>
                      </a:lnTo>
                      <a:cubicBezTo>
                        <a:pt x="7625" y="858"/>
                        <a:pt x="7717" y="892"/>
                        <a:pt x="7844" y="892"/>
                      </a:cubicBezTo>
                      <a:lnTo>
                        <a:pt x="8874" y="892"/>
                      </a:lnTo>
                      <a:cubicBezTo>
                        <a:pt x="8995" y="892"/>
                        <a:pt x="9098" y="858"/>
                        <a:pt x="9110" y="817"/>
                      </a:cubicBezTo>
                      <a:lnTo>
                        <a:pt x="9191" y="460"/>
                      </a:lnTo>
                      <a:cubicBezTo>
                        <a:pt x="9196" y="420"/>
                        <a:pt x="9104" y="391"/>
                        <a:pt x="8978" y="391"/>
                      </a:cubicBezTo>
                      <a:close/>
                      <a:moveTo>
                        <a:pt x="11061" y="391"/>
                      </a:moveTo>
                      <a:lnTo>
                        <a:pt x="10054" y="391"/>
                      </a:lnTo>
                      <a:cubicBezTo>
                        <a:pt x="9927" y="391"/>
                        <a:pt x="9829" y="426"/>
                        <a:pt x="9824" y="460"/>
                      </a:cubicBezTo>
                      <a:lnTo>
                        <a:pt x="9749" y="817"/>
                      </a:lnTo>
                      <a:cubicBezTo>
                        <a:pt x="9743" y="858"/>
                        <a:pt x="9835" y="892"/>
                        <a:pt x="9956" y="892"/>
                      </a:cubicBezTo>
                      <a:lnTo>
                        <a:pt x="10986" y="892"/>
                      </a:lnTo>
                      <a:cubicBezTo>
                        <a:pt x="11107" y="892"/>
                        <a:pt x="11216" y="858"/>
                        <a:pt x="11216" y="817"/>
                      </a:cubicBezTo>
                      <a:lnTo>
                        <a:pt x="11274" y="460"/>
                      </a:lnTo>
                      <a:cubicBezTo>
                        <a:pt x="11274" y="420"/>
                        <a:pt x="11182" y="391"/>
                        <a:pt x="11061" y="391"/>
                      </a:cubicBezTo>
                      <a:close/>
                      <a:moveTo>
                        <a:pt x="13138" y="391"/>
                      </a:moveTo>
                      <a:lnTo>
                        <a:pt x="12131" y="391"/>
                      </a:lnTo>
                      <a:cubicBezTo>
                        <a:pt x="12010" y="391"/>
                        <a:pt x="11907" y="426"/>
                        <a:pt x="11901" y="460"/>
                      </a:cubicBezTo>
                      <a:lnTo>
                        <a:pt x="11849" y="817"/>
                      </a:lnTo>
                      <a:cubicBezTo>
                        <a:pt x="11844" y="858"/>
                        <a:pt x="11936" y="892"/>
                        <a:pt x="12056" y="892"/>
                      </a:cubicBezTo>
                      <a:lnTo>
                        <a:pt x="13087" y="892"/>
                      </a:lnTo>
                      <a:cubicBezTo>
                        <a:pt x="13207" y="892"/>
                        <a:pt x="13311" y="858"/>
                        <a:pt x="13317" y="817"/>
                      </a:cubicBezTo>
                      <a:lnTo>
                        <a:pt x="13346" y="460"/>
                      </a:lnTo>
                      <a:cubicBezTo>
                        <a:pt x="13351" y="420"/>
                        <a:pt x="13259" y="391"/>
                        <a:pt x="13138" y="391"/>
                      </a:cubicBezTo>
                      <a:close/>
                      <a:moveTo>
                        <a:pt x="15216" y="391"/>
                      </a:moveTo>
                      <a:lnTo>
                        <a:pt x="14209" y="391"/>
                      </a:lnTo>
                      <a:cubicBezTo>
                        <a:pt x="14088" y="391"/>
                        <a:pt x="13984" y="426"/>
                        <a:pt x="13984" y="460"/>
                      </a:cubicBezTo>
                      <a:lnTo>
                        <a:pt x="13967" y="817"/>
                      </a:lnTo>
                      <a:cubicBezTo>
                        <a:pt x="13967" y="858"/>
                        <a:pt x="14059" y="892"/>
                        <a:pt x="14180" y="892"/>
                      </a:cubicBezTo>
                      <a:lnTo>
                        <a:pt x="15210" y="892"/>
                      </a:lnTo>
                      <a:cubicBezTo>
                        <a:pt x="15331" y="892"/>
                        <a:pt x="15435" y="858"/>
                        <a:pt x="15435" y="817"/>
                      </a:cubicBezTo>
                      <a:lnTo>
                        <a:pt x="15440" y="460"/>
                      </a:lnTo>
                      <a:cubicBezTo>
                        <a:pt x="15435" y="420"/>
                        <a:pt x="15337" y="391"/>
                        <a:pt x="15216" y="391"/>
                      </a:cubicBezTo>
                      <a:close/>
                      <a:moveTo>
                        <a:pt x="17293" y="391"/>
                      </a:moveTo>
                      <a:lnTo>
                        <a:pt x="16286" y="391"/>
                      </a:lnTo>
                      <a:cubicBezTo>
                        <a:pt x="16165" y="391"/>
                        <a:pt x="16073" y="426"/>
                        <a:pt x="16073" y="460"/>
                      </a:cubicBezTo>
                      <a:lnTo>
                        <a:pt x="16073" y="817"/>
                      </a:lnTo>
                      <a:cubicBezTo>
                        <a:pt x="16073" y="858"/>
                        <a:pt x="16171" y="892"/>
                        <a:pt x="16292" y="892"/>
                      </a:cubicBezTo>
                      <a:lnTo>
                        <a:pt x="17322" y="892"/>
                      </a:lnTo>
                      <a:cubicBezTo>
                        <a:pt x="17443" y="892"/>
                        <a:pt x="17547" y="858"/>
                        <a:pt x="17541" y="817"/>
                      </a:cubicBezTo>
                      <a:lnTo>
                        <a:pt x="17524" y="460"/>
                      </a:lnTo>
                      <a:cubicBezTo>
                        <a:pt x="17512" y="420"/>
                        <a:pt x="17408" y="391"/>
                        <a:pt x="17293" y="391"/>
                      </a:cubicBezTo>
                      <a:close/>
                      <a:moveTo>
                        <a:pt x="19377" y="391"/>
                      </a:moveTo>
                      <a:lnTo>
                        <a:pt x="18370" y="391"/>
                      </a:lnTo>
                      <a:cubicBezTo>
                        <a:pt x="18243" y="391"/>
                        <a:pt x="18151" y="426"/>
                        <a:pt x="18151" y="460"/>
                      </a:cubicBezTo>
                      <a:lnTo>
                        <a:pt x="18174" y="817"/>
                      </a:lnTo>
                      <a:cubicBezTo>
                        <a:pt x="18174" y="858"/>
                        <a:pt x="18272" y="892"/>
                        <a:pt x="18398" y="892"/>
                      </a:cubicBezTo>
                      <a:lnTo>
                        <a:pt x="19423" y="892"/>
                      </a:lnTo>
                      <a:cubicBezTo>
                        <a:pt x="19549" y="892"/>
                        <a:pt x="19641" y="858"/>
                        <a:pt x="19641" y="817"/>
                      </a:cubicBezTo>
                      <a:lnTo>
                        <a:pt x="19607" y="460"/>
                      </a:lnTo>
                      <a:cubicBezTo>
                        <a:pt x="19590" y="420"/>
                        <a:pt x="19492" y="391"/>
                        <a:pt x="19377" y="391"/>
                      </a:cubicBezTo>
                      <a:close/>
                      <a:moveTo>
                        <a:pt x="21448" y="391"/>
                      </a:moveTo>
                      <a:lnTo>
                        <a:pt x="20441" y="391"/>
                      </a:lnTo>
                      <a:cubicBezTo>
                        <a:pt x="20315" y="391"/>
                        <a:pt x="20223" y="426"/>
                        <a:pt x="20228" y="460"/>
                      </a:cubicBezTo>
                      <a:lnTo>
                        <a:pt x="20274" y="817"/>
                      </a:lnTo>
                      <a:cubicBezTo>
                        <a:pt x="20280" y="858"/>
                        <a:pt x="20384" y="892"/>
                        <a:pt x="20505" y="892"/>
                      </a:cubicBezTo>
                      <a:lnTo>
                        <a:pt x="21535" y="892"/>
                      </a:lnTo>
                      <a:cubicBezTo>
                        <a:pt x="21656" y="892"/>
                        <a:pt x="21748" y="858"/>
                        <a:pt x="21742" y="817"/>
                      </a:cubicBezTo>
                      <a:lnTo>
                        <a:pt x="21684" y="460"/>
                      </a:lnTo>
                      <a:cubicBezTo>
                        <a:pt x="21679" y="420"/>
                        <a:pt x="21569" y="391"/>
                        <a:pt x="21448" y="391"/>
                      </a:cubicBezTo>
                      <a:close/>
                      <a:moveTo>
                        <a:pt x="23526" y="391"/>
                      </a:moveTo>
                      <a:lnTo>
                        <a:pt x="22519" y="391"/>
                      </a:lnTo>
                      <a:cubicBezTo>
                        <a:pt x="22398" y="391"/>
                        <a:pt x="22312" y="426"/>
                        <a:pt x="22317" y="460"/>
                      </a:cubicBezTo>
                      <a:lnTo>
                        <a:pt x="22381" y="817"/>
                      </a:lnTo>
                      <a:cubicBezTo>
                        <a:pt x="22386" y="858"/>
                        <a:pt x="22496" y="892"/>
                        <a:pt x="22617" y="892"/>
                      </a:cubicBezTo>
                      <a:lnTo>
                        <a:pt x="23647" y="892"/>
                      </a:lnTo>
                      <a:cubicBezTo>
                        <a:pt x="23768" y="892"/>
                        <a:pt x="23865" y="858"/>
                        <a:pt x="23848" y="817"/>
                      </a:cubicBezTo>
                      <a:lnTo>
                        <a:pt x="23768" y="460"/>
                      </a:lnTo>
                      <a:cubicBezTo>
                        <a:pt x="23756" y="420"/>
                        <a:pt x="23647" y="391"/>
                        <a:pt x="23526" y="391"/>
                      </a:cubicBezTo>
                      <a:close/>
                      <a:moveTo>
                        <a:pt x="25603" y="391"/>
                      </a:moveTo>
                      <a:lnTo>
                        <a:pt x="24596" y="391"/>
                      </a:lnTo>
                      <a:cubicBezTo>
                        <a:pt x="24475" y="391"/>
                        <a:pt x="24389" y="426"/>
                        <a:pt x="24395" y="460"/>
                      </a:cubicBezTo>
                      <a:lnTo>
                        <a:pt x="24481" y="817"/>
                      </a:lnTo>
                      <a:cubicBezTo>
                        <a:pt x="24487" y="858"/>
                        <a:pt x="24596" y="892"/>
                        <a:pt x="24723" y="892"/>
                      </a:cubicBezTo>
                      <a:lnTo>
                        <a:pt x="25753" y="892"/>
                      </a:lnTo>
                      <a:cubicBezTo>
                        <a:pt x="25874" y="892"/>
                        <a:pt x="25966" y="858"/>
                        <a:pt x="25954" y="817"/>
                      </a:cubicBezTo>
                      <a:lnTo>
                        <a:pt x="25857" y="460"/>
                      </a:lnTo>
                      <a:cubicBezTo>
                        <a:pt x="25834" y="420"/>
                        <a:pt x="25724" y="391"/>
                        <a:pt x="25603" y="391"/>
                      </a:cubicBezTo>
                      <a:close/>
                      <a:moveTo>
                        <a:pt x="27681" y="391"/>
                      </a:moveTo>
                      <a:lnTo>
                        <a:pt x="26674" y="391"/>
                      </a:lnTo>
                      <a:cubicBezTo>
                        <a:pt x="26553" y="391"/>
                        <a:pt x="26467" y="426"/>
                        <a:pt x="26484" y="460"/>
                      </a:cubicBezTo>
                      <a:lnTo>
                        <a:pt x="26587" y="817"/>
                      </a:lnTo>
                      <a:cubicBezTo>
                        <a:pt x="26605" y="858"/>
                        <a:pt x="26714" y="892"/>
                        <a:pt x="26835" y="892"/>
                      </a:cubicBezTo>
                      <a:lnTo>
                        <a:pt x="27865" y="892"/>
                      </a:lnTo>
                      <a:cubicBezTo>
                        <a:pt x="27986" y="892"/>
                        <a:pt x="28072" y="858"/>
                        <a:pt x="28055" y="817"/>
                      </a:cubicBezTo>
                      <a:lnTo>
                        <a:pt x="27928" y="460"/>
                      </a:lnTo>
                      <a:cubicBezTo>
                        <a:pt x="27911" y="420"/>
                        <a:pt x="27807" y="391"/>
                        <a:pt x="27681" y="391"/>
                      </a:cubicBezTo>
                      <a:close/>
                      <a:moveTo>
                        <a:pt x="30760" y="391"/>
                      </a:moveTo>
                      <a:lnTo>
                        <a:pt x="28745" y="391"/>
                      </a:lnTo>
                      <a:cubicBezTo>
                        <a:pt x="28625" y="391"/>
                        <a:pt x="28538" y="426"/>
                        <a:pt x="28561" y="460"/>
                      </a:cubicBezTo>
                      <a:lnTo>
                        <a:pt x="28699" y="817"/>
                      </a:lnTo>
                      <a:cubicBezTo>
                        <a:pt x="28711" y="858"/>
                        <a:pt x="28826" y="892"/>
                        <a:pt x="28947" y="892"/>
                      </a:cubicBezTo>
                      <a:lnTo>
                        <a:pt x="30990" y="892"/>
                      </a:lnTo>
                      <a:cubicBezTo>
                        <a:pt x="31116" y="892"/>
                        <a:pt x="31203" y="858"/>
                        <a:pt x="31180" y="817"/>
                      </a:cubicBezTo>
                      <a:lnTo>
                        <a:pt x="31019" y="460"/>
                      </a:lnTo>
                      <a:cubicBezTo>
                        <a:pt x="31001" y="420"/>
                        <a:pt x="30886" y="391"/>
                        <a:pt x="30760" y="391"/>
                      </a:cubicBezTo>
                      <a:close/>
                      <a:moveTo>
                        <a:pt x="30242" y="1565"/>
                      </a:moveTo>
                      <a:lnTo>
                        <a:pt x="31295" y="1565"/>
                      </a:lnTo>
                      <a:cubicBezTo>
                        <a:pt x="31416" y="1565"/>
                        <a:pt x="31502" y="1525"/>
                        <a:pt x="31479" y="1485"/>
                      </a:cubicBezTo>
                      <a:lnTo>
                        <a:pt x="31312" y="1117"/>
                      </a:lnTo>
                      <a:cubicBezTo>
                        <a:pt x="31295" y="1070"/>
                        <a:pt x="31180" y="1036"/>
                        <a:pt x="31053" y="1036"/>
                      </a:cubicBezTo>
                      <a:lnTo>
                        <a:pt x="30029" y="1036"/>
                      </a:lnTo>
                      <a:cubicBezTo>
                        <a:pt x="29902" y="1036"/>
                        <a:pt x="29816" y="1070"/>
                        <a:pt x="29833" y="1117"/>
                      </a:cubicBezTo>
                      <a:lnTo>
                        <a:pt x="29983" y="1485"/>
                      </a:lnTo>
                      <a:cubicBezTo>
                        <a:pt x="30006" y="1525"/>
                        <a:pt x="30121" y="1565"/>
                        <a:pt x="30242" y="1565"/>
                      </a:cubicBezTo>
                      <a:close/>
                      <a:moveTo>
                        <a:pt x="28095" y="1565"/>
                      </a:moveTo>
                      <a:lnTo>
                        <a:pt x="29143" y="1565"/>
                      </a:lnTo>
                      <a:cubicBezTo>
                        <a:pt x="29263" y="1565"/>
                        <a:pt x="29361" y="1525"/>
                        <a:pt x="29338" y="1485"/>
                      </a:cubicBezTo>
                      <a:lnTo>
                        <a:pt x="29194" y="1117"/>
                      </a:lnTo>
                      <a:cubicBezTo>
                        <a:pt x="29177" y="1070"/>
                        <a:pt x="29062" y="1036"/>
                        <a:pt x="28941" y="1036"/>
                      </a:cubicBezTo>
                      <a:lnTo>
                        <a:pt x="27911" y="1036"/>
                      </a:lnTo>
                      <a:cubicBezTo>
                        <a:pt x="27790" y="1036"/>
                        <a:pt x="27704" y="1070"/>
                        <a:pt x="27721" y="1117"/>
                      </a:cubicBezTo>
                      <a:lnTo>
                        <a:pt x="27848" y="1485"/>
                      </a:lnTo>
                      <a:cubicBezTo>
                        <a:pt x="27853" y="1525"/>
                        <a:pt x="27963" y="1565"/>
                        <a:pt x="28095" y="1565"/>
                      </a:cubicBezTo>
                      <a:close/>
                      <a:moveTo>
                        <a:pt x="25937" y="1565"/>
                      </a:moveTo>
                      <a:lnTo>
                        <a:pt x="26984" y="1565"/>
                      </a:lnTo>
                      <a:cubicBezTo>
                        <a:pt x="27105" y="1565"/>
                        <a:pt x="27203" y="1525"/>
                        <a:pt x="27186" y="1485"/>
                      </a:cubicBezTo>
                      <a:lnTo>
                        <a:pt x="27065" y="1117"/>
                      </a:lnTo>
                      <a:cubicBezTo>
                        <a:pt x="27048" y="1070"/>
                        <a:pt x="26944" y="1036"/>
                        <a:pt x="26812" y="1036"/>
                      </a:cubicBezTo>
                      <a:lnTo>
                        <a:pt x="25782" y="1036"/>
                      </a:lnTo>
                      <a:cubicBezTo>
                        <a:pt x="25661" y="1036"/>
                        <a:pt x="25569" y="1070"/>
                        <a:pt x="25580" y="1117"/>
                      </a:cubicBezTo>
                      <a:lnTo>
                        <a:pt x="25684" y="1485"/>
                      </a:lnTo>
                      <a:cubicBezTo>
                        <a:pt x="25707" y="1525"/>
                        <a:pt x="25810" y="1565"/>
                        <a:pt x="25937" y="1565"/>
                      </a:cubicBezTo>
                      <a:close/>
                      <a:moveTo>
                        <a:pt x="23785" y="1565"/>
                      </a:moveTo>
                      <a:lnTo>
                        <a:pt x="24832" y="1565"/>
                      </a:lnTo>
                      <a:cubicBezTo>
                        <a:pt x="24959" y="1565"/>
                        <a:pt x="25051" y="1525"/>
                        <a:pt x="25045" y="1485"/>
                      </a:cubicBezTo>
                      <a:lnTo>
                        <a:pt x="24947" y="1117"/>
                      </a:lnTo>
                      <a:cubicBezTo>
                        <a:pt x="24936" y="1070"/>
                        <a:pt x="24826" y="1036"/>
                        <a:pt x="24706" y="1036"/>
                      </a:cubicBezTo>
                      <a:lnTo>
                        <a:pt x="23675" y="1036"/>
                      </a:lnTo>
                      <a:cubicBezTo>
                        <a:pt x="23555" y="1036"/>
                        <a:pt x="23457" y="1070"/>
                        <a:pt x="23468" y="1117"/>
                      </a:cubicBezTo>
                      <a:lnTo>
                        <a:pt x="23543" y="1485"/>
                      </a:lnTo>
                      <a:cubicBezTo>
                        <a:pt x="23555" y="1525"/>
                        <a:pt x="23664" y="1565"/>
                        <a:pt x="23785" y="1565"/>
                      </a:cubicBezTo>
                      <a:close/>
                      <a:moveTo>
                        <a:pt x="21632" y="1565"/>
                      </a:moveTo>
                      <a:lnTo>
                        <a:pt x="22686" y="1565"/>
                      </a:lnTo>
                      <a:cubicBezTo>
                        <a:pt x="22806" y="1565"/>
                        <a:pt x="22899" y="1525"/>
                        <a:pt x="22893" y="1485"/>
                      </a:cubicBezTo>
                      <a:lnTo>
                        <a:pt x="22818" y="1117"/>
                      </a:lnTo>
                      <a:cubicBezTo>
                        <a:pt x="22812" y="1070"/>
                        <a:pt x="22703" y="1036"/>
                        <a:pt x="22582" y="1036"/>
                      </a:cubicBezTo>
                      <a:lnTo>
                        <a:pt x="21552" y="1036"/>
                      </a:lnTo>
                      <a:cubicBezTo>
                        <a:pt x="21431" y="1036"/>
                        <a:pt x="21339" y="1070"/>
                        <a:pt x="21345" y="1117"/>
                      </a:cubicBezTo>
                      <a:lnTo>
                        <a:pt x="21402" y="1485"/>
                      </a:lnTo>
                      <a:cubicBezTo>
                        <a:pt x="21397" y="1525"/>
                        <a:pt x="21506" y="1565"/>
                        <a:pt x="21632" y="1565"/>
                      </a:cubicBezTo>
                      <a:close/>
                      <a:moveTo>
                        <a:pt x="19474" y="1565"/>
                      </a:moveTo>
                      <a:lnTo>
                        <a:pt x="20528" y="1565"/>
                      </a:lnTo>
                      <a:cubicBezTo>
                        <a:pt x="20648" y="1565"/>
                        <a:pt x="20746" y="1525"/>
                        <a:pt x="20740" y="1485"/>
                      </a:cubicBezTo>
                      <a:lnTo>
                        <a:pt x="20689" y="1117"/>
                      </a:lnTo>
                      <a:cubicBezTo>
                        <a:pt x="20683" y="1070"/>
                        <a:pt x="20585" y="1036"/>
                        <a:pt x="20459" y="1036"/>
                      </a:cubicBezTo>
                      <a:lnTo>
                        <a:pt x="19434" y="1036"/>
                      </a:lnTo>
                      <a:cubicBezTo>
                        <a:pt x="19308" y="1036"/>
                        <a:pt x="19210" y="1070"/>
                        <a:pt x="19215" y="1117"/>
                      </a:cubicBezTo>
                      <a:lnTo>
                        <a:pt x="19250" y="1485"/>
                      </a:lnTo>
                      <a:cubicBezTo>
                        <a:pt x="19244" y="1525"/>
                        <a:pt x="19354" y="1565"/>
                        <a:pt x="19474" y="1565"/>
                      </a:cubicBezTo>
                      <a:close/>
                      <a:moveTo>
                        <a:pt x="17322" y="1565"/>
                      </a:moveTo>
                      <a:lnTo>
                        <a:pt x="18375" y="1565"/>
                      </a:lnTo>
                      <a:cubicBezTo>
                        <a:pt x="18496" y="1565"/>
                        <a:pt x="18600" y="1525"/>
                        <a:pt x="18600" y="1485"/>
                      </a:cubicBezTo>
                      <a:lnTo>
                        <a:pt x="18565" y="1117"/>
                      </a:lnTo>
                      <a:cubicBezTo>
                        <a:pt x="18565" y="1070"/>
                        <a:pt x="18462" y="1036"/>
                        <a:pt x="18335" y="1036"/>
                      </a:cubicBezTo>
                      <a:lnTo>
                        <a:pt x="17311" y="1036"/>
                      </a:lnTo>
                      <a:cubicBezTo>
                        <a:pt x="17184" y="1036"/>
                        <a:pt x="17086" y="1070"/>
                        <a:pt x="17086" y="1117"/>
                      </a:cubicBezTo>
                      <a:lnTo>
                        <a:pt x="17092" y="1485"/>
                      </a:lnTo>
                      <a:cubicBezTo>
                        <a:pt x="17092" y="1525"/>
                        <a:pt x="17201" y="1565"/>
                        <a:pt x="17322" y="1565"/>
                      </a:cubicBezTo>
                      <a:close/>
                      <a:moveTo>
                        <a:pt x="15170" y="1565"/>
                      </a:moveTo>
                      <a:lnTo>
                        <a:pt x="16223" y="1565"/>
                      </a:lnTo>
                      <a:cubicBezTo>
                        <a:pt x="16344" y="1565"/>
                        <a:pt x="16447" y="1525"/>
                        <a:pt x="16447" y="1485"/>
                      </a:cubicBezTo>
                      <a:lnTo>
                        <a:pt x="16447" y="1117"/>
                      </a:lnTo>
                      <a:cubicBezTo>
                        <a:pt x="16447" y="1070"/>
                        <a:pt x="16344" y="1036"/>
                        <a:pt x="16223" y="1036"/>
                      </a:cubicBezTo>
                      <a:lnTo>
                        <a:pt x="15193" y="1036"/>
                      </a:lnTo>
                      <a:cubicBezTo>
                        <a:pt x="15072" y="1036"/>
                        <a:pt x="14968" y="1070"/>
                        <a:pt x="14968" y="1117"/>
                      </a:cubicBezTo>
                      <a:lnTo>
                        <a:pt x="14957" y="1485"/>
                      </a:lnTo>
                      <a:cubicBezTo>
                        <a:pt x="14945" y="1525"/>
                        <a:pt x="15043" y="1565"/>
                        <a:pt x="15170" y="1565"/>
                      </a:cubicBezTo>
                      <a:close/>
                      <a:moveTo>
                        <a:pt x="13012" y="1565"/>
                      </a:moveTo>
                      <a:lnTo>
                        <a:pt x="14065" y="1565"/>
                      </a:lnTo>
                      <a:cubicBezTo>
                        <a:pt x="14186" y="1565"/>
                        <a:pt x="14295" y="1525"/>
                        <a:pt x="14295" y="1485"/>
                      </a:cubicBezTo>
                      <a:lnTo>
                        <a:pt x="14318" y="1117"/>
                      </a:lnTo>
                      <a:cubicBezTo>
                        <a:pt x="14318" y="1070"/>
                        <a:pt x="14220" y="1036"/>
                        <a:pt x="14099" y="1036"/>
                      </a:cubicBezTo>
                      <a:lnTo>
                        <a:pt x="13069" y="1036"/>
                      </a:lnTo>
                      <a:cubicBezTo>
                        <a:pt x="12948" y="1036"/>
                        <a:pt x="12851" y="1070"/>
                        <a:pt x="12839" y="1117"/>
                      </a:cubicBezTo>
                      <a:lnTo>
                        <a:pt x="12805" y="1485"/>
                      </a:lnTo>
                      <a:cubicBezTo>
                        <a:pt x="12793" y="1525"/>
                        <a:pt x="12891" y="1565"/>
                        <a:pt x="13012" y="1565"/>
                      </a:cubicBezTo>
                      <a:close/>
                      <a:moveTo>
                        <a:pt x="10865" y="1565"/>
                      </a:moveTo>
                      <a:lnTo>
                        <a:pt x="11913" y="1565"/>
                      </a:lnTo>
                      <a:cubicBezTo>
                        <a:pt x="12039" y="1565"/>
                        <a:pt x="12143" y="1525"/>
                        <a:pt x="12154" y="1485"/>
                      </a:cubicBezTo>
                      <a:lnTo>
                        <a:pt x="12195" y="1117"/>
                      </a:lnTo>
                      <a:cubicBezTo>
                        <a:pt x="12200" y="1070"/>
                        <a:pt x="12103" y="1036"/>
                        <a:pt x="11982" y="1036"/>
                      </a:cubicBezTo>
                      <a:lnTo>
                        <a:pt x="10952" y="1036"/>
                      </a:lnTo>
                      <a:cubicBezTo>
                        <a:pt x="10831" y="1036"/>
                        <a:pt x="10721" y="1070"/>
                        <a:pt x="10710" y="1117"/>
                      </a:cubicBezTo>
                      <a:lnTo>
                        <a:pt x="10647" y="1485"/>
                      </a:lnTo>
                      <a:cubicBezTo>
                        <a:pt x="10641" y="1525"/>
                        <a:pt x="10744" y="1565"/>
                        <a:pt x="10865" y="1565"/>
                      </a:cubicBezTo>
                      <a:close/>
                      <a:moveTo>
                        <a:pt x="8713" y="1565"/>
                      </a:moveTo>
                      <a:lnTo>
                        <a:pt x="9766" y="1565"/>
                      </a:lnTo>
                      <a:cubicBezTo>
                        <a:pt x="9887" y="1565"/>
                        <a:pt x="9990" y="1525"/>
                        <a:pt x="10008" y="1485"/>
                      </a:cubicBezTo>
                      <a:lnTo>
                        <a:pt x="10083" y="1117"/>
                      </a:lnTo>
                      <a:cubicBezTo>
                        <a:pt x="10088" y="1070"/>
                        <a:pt x="9996" y="1036"/>
                        <a:pt x="9870" y="1036"/>
                      </a:cubicBezTo>
                      <a:lnTo>
                        <a:pt x="8828" y="1036"/>
                      </a:lnTo>
                      <a:cubicBezTo>
                        <a:pt x="8707" y="1036"/>
                        <a:pt x="8598" y="1070"/>
                        <a:pt x="8592" y="1117"/>
                      </a:cubicBezTo>
                      <a:lnTo>
                        <a:pt x="8506" y="1485"/>
                      </a:lnTo>
                      <a:cubicBezTo>
                        <a:pt x="8488" y="1525"/>
                        <a:pt x="8586" y="1565"/>
                        <a:pt x="8713" y="1565"/>
                      </a:cubicBezTo>
                      <a:close/>
                      <a:moveTo>
                        <a:pt x="6555" y="1565"/>
                      </a:moveTo>
                      <a:lnTo>
                        <a:pt x="7608" y="1565"/>
                      </a:lnTo>
                      <a:cubicBezTo>
                        <a:pt x="7729" y="1565"/>
                        <a:pt x="7844" y="1525"/>
                        <a:pt x="7850" y="1485"/>
                      </a:cubicBezTo>
                      <a:lnTo>
                        <a:pt x="7942" y="1117"/>
                      </a:lnTo>
                      <a:cubicBezTo>
                        <a:pt x="7959" y="1070"/>
                        <a:pt x="7867" y="1036"/>
                        <a:pt x="7740" y="1036"/>
                      </a:cubicBezTo>
                      <a:lnTo>
                        <a:pt x="6716" y="1036"/>
                      </a:lnTo>
                      <a:cubicBezTo>
                        <a:pt x="6589" y="1036"/>
                        <a:pt x="6486" y="1070"/>
                        <a:pt x="6469" y="1117"/>
                      </a:cubicBezTo>
                      <a:lnTo>
                        <a:pt x="6359" y="1485"/>
                      </a:lnTo>
                      <a:cubicBezTo>
                        <a:pt x="6342" y="1525"/>
                        <a:pt x="6434" y="1565"/>
                        <a:pt x="6555" y="1565"/>
                      </a:cubicBezTo>
                      <a:close/>
                      <a:moveTo>
                        <a:pt x="4403" y="1565"/>
                      </a:moveTo>
                      <a:lnTo>
                        <a:pt x="5456" y="1565"/>
                      </a:lnTo>
                      <a:cubicBezTo>
                        <a:pt x="5577" y="1565"/>
                        <a:pt x="5692" y="1525"/>
                        <a:pt x="5709" y="1485"/>
                      </a:cubicBezTo>
                      <a:lnTo>
                        <a:pt x="5818" y="1117"/>
                      </a:lnTo>
                      <a:cubicBezTo>
                        <a:pt x="5836" y="1070"/>
                        <a:pt x="5749" y="1036"/>
                        <a:pt x="5617" y="1036"/>
                      </a:cubicBezTo>
                      <a:lnTo>
                        <a:pt x="4592" y="1036"/>
                      </a:lnTo>
                      <a:cubicBezTo>
                        <a:pt x="4466" y="1036"/>
                        <a:pt x="4351" y="1070"/>
                        <a:pt x="4339" y="1117"/>
                      </a:cubicBezTo>
                      <a:lnTo>
                        <a:pt x="4207" y="1485"/>
                      </a:lnTo>
                      <a:cubicBezTo>
                        <a:pt x="4190" y="1525"/>
                        <a:pt x="4282" y="1565"/>
                        <a:pt x="4403" y="1565"/>
                      </a:cubicBezTo>
                      <a:close/>
                      <a:moveTo>
                        <a:pt x="1209" y="1565"/>
                      </a:moveTo>
                      <a:lnTo>
                        <a:pt x="3298" y="1565"/>
                      </a:lnTo>
                      <a:cubicBezTo>
                        <a:pt x="3418" y="1565"/>
                        <a:pt x="3534" y="1525"/>
                        <a:pt x="3557" y="1485"/>
                      </a:cubicBezTo>
                      <a:lnTo>
                        <a:pt x="3695" y="1117"/>
                      </a:lnTo>
                      <a:cubicBezTo>
                        <a:pt x="3706" y="1070"/>
                        <a:pt x="3620" y="1036"/>
                        <a:pt x="3499" y="1036"/>
                      </a:cubicBezTo>
                      <a:lnTo>
                        <a:pt x="1439" y="1036"/>
                      </a:lnTo>
                      <a:cubicBezTo>
                        <a:pt x="1318" y="1036"/>
                        <a:pt x="1203" y="1070"/>
                        <a:pt x="1180" y="1117"/>
                      </a:cubicBezTo>
                      <a:lnTo>
                        <a:pt x="1019" y="1485"/>
                      </a:lnTo>
                      <a:cubicBezTo>
                        <a:pt x="1001" y="1525"/>
                        <a:pt x="1088" y="1565"/>
                        <a:pt x="1209" y="1565"/>
                      </a:cubicBezTo>
                      <a:close/>
                      <a:moveTo>
                        <a:pt x="26720" y="2268"/>
                      </a:moveTo>
                      <a:lnTo>
                        <a:pt x="27790" y="2268"/>
                      </a:lnTo>
                      <a:cubicBezTo>
                        <a:pt x="27923" y="2268"/>
                        <a:pt x="28009" y="2233"/>
                        <a:pt x="27992" y="2181"/>
                      </a:cubicBezTo>
                      <a:lnTo>
                        <a:pt x="27865" y="1801"/>
                      </a:lnTo>
                      <a:cubicBezTo>
                        <a:pt x="27848" y="1755"/>
                        <a:pt x="27733" y="1721"/>
                        <a:pt x="27612" y="1721"/>
                      </a:cubicBezTo>
                      <a:lnTo>
                        <a:pt x="26559" y="1721"/>
                      </a:lnTo>
                      <a:cubicBezTo>
                        <a:pt x="26438" y="1721"/>
                        <a:pt x="26346" y="1755"/>
                        <a:pt x="26357" y="1801"/>
                      </a:cubicBezTo>
                      <a:lnTo>
                        <a:pt x="26472" y="2181"/>
                      </a:lnTo>
                      <a:cubicBezTo>
                        <a:pt x="26472" y="2233"/>
                        <a:pt x="26587" y="2268"/>
                        <a:pt x="26720" y="2268"/>
                      </a:cubicBezTo>
                      <a:close/>
                      <a:moveTo>
                        <a:pt x="24516" y="2268"/>
                      </a:moveTo>
                      <a:lnTo>
                        <a:pt x="25592" y="2268"/>
                      </a:lnTo>
                      <a:cubicBezTo>
                        <a:pt x="25718" y="2268"/>
                        <a:pt x="25810" y="2233"/>
                        <a:pt x="25799" y="2181"/>
                      </a:cubicBezTo>
                      <a:lnTo>
                        <a:pt x="25690" y="1801"/>
                      </a:lnTo>
                      <a:cubicBezTo>
                        <a:pt x="25678" y="1755"/>
                        <a:pt x="25569" y="1721"/>
                        <a:pt x="25436" y="1721"/>
                      </a:cubicBezTo>
                      <a:lnTo>
                        <a:pt x="24389" y="1721"/>
                      </a:lnTo>
                      <a:cubicBezTo>
                        <a:pt x="24268" y="1721"/>
                        <a:pt x="24170" y="1755"/>
                        <a:pt x="24182" y="1801"/>
                      </a:cubicBezTo>
                      <a:lnTo>
                        <a:pt x="24268" y="2181"/>
                      </a:lnTo>
                      <a:cubicBezTo>
                        <a:pt x="24280" y="2233"/>
                        <a:pt x="24389" y="2268"/>
                        <a:pt x="24516" y="2268"/>
                      </a:cubicBezTo>
                      <a:close/>
                      <a:moveTo>
                        <a:pt x="22317" y="2268"/>
                      </a:moveTo>
                      <a:lnTo>
                        <a:pt x="23388" y="2268"/>
                      </a:lnTo>
                      <a:cubicBezTo>
                        <a:pt x="23520" y="2268"/>
                        <a:pt x="23612" y="2233"/>
                        <a:pt x="23606" y="2181"/>
                      </a:cubicBezTo>
                      <a:lnTo>
                        <a:pt x="23526" y="1801"/>
                      </a:lnTo>
                      <a:cubicBezTo>
                        <a:pt x="23520" y="1755"/>
                        <a:pt x="23405" y="1721"/>
                        <a:pt x="23278" y="1721"/>
                      </a:cubicBezTo>
                      <a:lnTo>
                        <a:pt x="22231" y="1721"/>
                      </a:lnTo>
                      <a:cubicBezTo>
                        <a:pt x="22110" y="1721"/>
                        <a:pt x="22007" y="1755"/>
                        <a:pt x="22012" y="1801"/>
                      </a:cubicBezTo>
                      <a:lnTo>
                        <a:pt x="22081" y="2181"/>
                      </a:lnTo>
                      <a:cubicBezTo>
                        <a:pt x="22081" y="2233"/>
                        <a:pt x="22185" y="2268"/>
                        <a:pt x="22317" y="2268"/>
                      </a:cubicBezTo>
                      <a:close/>
                      <a:moveTo>
                        <a:pt x="20113" y="2268"/>
                      </a:moveTo>
                      <a:lnTo>
                        <a:pt x="21189" y="2268"/>
                      </a:lnTo>
                      <a:cubicBezTo>
                        <a:pt x="21316" y="2268"/>
                        <a:pt x="21408" y="2233"/>
                        <a:pt x="21402" y="2181"/>
                      </a:cubicBezTo>
                      <a:lnTo>
                        <a:pt x="21345" y="1801"/>
                      </a:lnTo>
                      <a:cubicBezTo>
                        <a:pt x="21339" y="1755"/>
                        <a:pt x="21230" y="1721"/>
                        <a:pt x="21109" y="1721"/>
                      </a:cubicBezTo>
                      <a:lnTo>
                        <a:pt x="20056" y="1721"/>
                      </a:lnTo>
                      <a:cubicBezTo>
                        <a:pt x="19935" y="1721"/>
                        <a:pt x="19837" y="1755"/>
                        <a:pt x="19843" y="1801"/>
                      </a:cubicBezTo>
                      <a:lnTo>
                        <a:pt x="19883" y="2181"/>
                      </a:lnTo>
                      <a:cubicBezTo>
                        <a:pt x="19883" y="2233"/>
                        <a:pt x="19992" y="2268"/>
                        <a:pt x="20113" y="2268"/>
                      </a:cubicBezTo>
                      <a:close/>
                      <a:moveTo>
                        <a:pt x="17915" y="2268"/>
                      </a:moveTo>
                      <a:lnTo>
                        <a:pt x="18985" y="2268"/>
                      </a:lnTo>
                      <a:cubicBezTo>
                        <a:pt x="19118" y="2268"/>
                        <a:pt x="19215" y="2233"/>
                        <a:pt x="19210" y="2181"/>
                      </a:cubicBezTo>
                      <a:lnTo>
                        <a:pt x="19175" y="1801"/>
                      </a:lnTo>
                      <a:cubicBezTo>
                        <a:pt x="19164" y="1755"/>
                        <a:pt x="19066" y="1721"/>
                        <a:pt x="18933" y="1721"/>
                      </a:cubicBezTo>
                      <a:lnTo>
                        <a:pt x="17892" y="1721"/>
                      </a:lnTo>
                      <a:cubicBezTo>
                        <a:pt x="17771" y="1721"/>
                        <a:pt x="17667" y="1755"/>
                        <a:pt x="17667" y="1801"/>
                      </a:cubicBezTo>
                      <a:lnTo>
                        <a:pt x="17685" y="2181"/>
                      </a:lnTo>
                      <a:cubicBezTo>
                        <a:pt x="17685" y="2233"/>
                        <a:pt x="17794" y="2268"/>
                        <a:pt x="17915" y="2268"/>
                      </a:cubicBezTo>
                      <a:close/>
                      <a:moveTo>
                        <a:pt x="15722" y="2268"/>
                      </a:moveTo>
                      <a:lnTo>
                        <a:pt x="16793" y="2268"/>
                      </a:lnTo>
                      <a:cubicBezTo>
                        <a:pt x="16919" y="2268"/>
                        <a:pt x="17023" y="2233"/>
                        <a:pt x="17023" y="2181"/>
                      </a:cubicBezTo>
                      <a:lnTo>
                        <a:pt x="17017" y="1801"/>
                      </a:lnTo>
                      <a:cubicBezTo>
                        <a:pt x="17017" y="1755"/>
                        <a:pt x="16914" y="1721"/>
                        <a:pt x="16787" y="1721"/>
                      </a:cubicBezTo>
                      <a:lnTo>
                        <a:pt x="15734" y="1721"/>
                      </a:lnTo>
                      <a:cubicBezTo>
                        <a:pt x="15613" y="1721"/>
                        <a:pt x="15504" y="1755"/>
                        <a:pt x="15504" y="1801"/>
                      </a:cubicBezTo>
                      <a:lnTo>
                        <a:pt x="15498" y="2181"/>
                      </a:lnTo>
                      <a:cubicBezTo>
                        <a:pt x="15492" y="2233"/>
                        <a:pt x="15590" y="2268"/>
                        <a:pt x="15722" y="2268"/>
                      </a:cubicBezTo>
                      <a:close/>
                      <a:moveTo>
                        <a:pt x="13518" y="2268"/>
                      </a:moveTo>
                      <a:lnTo>
                        <a:pt x="14589" y="2268"/>
                      </a:lnTo>
                      <a:cubicBezTo>
                        <a:pt x="14721" y="2268"/>
                        <a:pt x="14819" y="2233"/>
                        <a:pt x="14830" y="2181"/>
                      </a:cubicBezTo>
                      <a:lnTo>
                        <a:pt x="14842" y="1801"/>
                      </a:lnTo>
                      <a:cubicBezTo>
                        <a:pt x="14842" y="1755"/>
                        <a:pt x="14738" y="1721"/>
                        <a:pt x="14617" y="1721"/>
                      </a:cubicBezTo>
                      <a:lnTo>
                        <a:pt x="13570" y="1721"/>
                      </a:lnTo>
                      <a:cubicBezTo>
                        <a:pt x="13449" y="1721"/>
                        <a:pt x="13340" y="1755"/>
                        <a:pt x="13334" y="1801"/>
                      </a:cubicBezTo>
                      <a:lnTo>
                        <a:pt x="13294" y="2181"/>
                      </a:lnTo>
                      <a:cubicBezTo>
                        <a:pt x="13288" y="2233"/>
                        <a:pt x="13392" y="2268"/>
                        <a:pt x="13518" y="2268"/>
                      </a:cubicBezTo>
                      <a:close/>
                      <a:moveTo>
                        <a:pt x="11320" y="2268"/>
                      </a:moveTo>
                      <a:lnTo>
                        <a:pt x="12390" y="2268"/>
                      </a:lnTo>
                      <a:cubicBezTo>
                        <a:pt x="12517" y="2268"/>
                        <a:pt x="12626" y="2233"/>
                        <a:pt x="12626" y="2181"/>
                      </a:cubicBezTo>
                      <a:lnTo>
                        <a:pt x="12672" y="1801"/>
                      </a:lnTo>
                      <a:cubicBezTo>
                        <a:pt x="12678" y="1755"/>
                        <a:pt x="12574" y="1721"/>
                        <a:pt x="12454" y="1721"/>
                      </a:cubicBezTo>
                      <a:lnTo>
                        <a:pt x="11406" y="1721"/>
                      </a:lnTo>
                      <a:cubicBezTo>
                        <a:pt x="11280" y="1721"/>
                        <a:pt x="11176" y="1755"/>
                        <a:pt x="11164" y="1801"/>
                      </a:cubicBezTo>
                      <a:lnTo>
                        <a:pt x="11107" y="2181"/>
                      </a:lnTo>
                      <a:cubicBezTo>
                        <a:pt x="11090" y="2233"/>
                        <a:pt x="11187" y="2268"/>
                        <a:pt x="11320" y="2268"/>
                      </a:cubicBezTo>
                      <a:close/>
                      <a:moveTo>
                        <a:pt x="9116" y="2268"/>
                      </a:moveTo>
                      <a:lnTo>
                        <a:pt x="10186" y="2268"/>
                      </a:lnTo>
                      <a:cubicBezTo>
                        <a:pt x="10319" y="2268"/>
                        <a:pt x="10428" y="2233"/>
                        <a:pt x="10434" y="2181"/>
                      </a:cubicBezTo>
                      <a:lnTo>
                        <a:pt x="10497" y="1801"/>
                      </a:lnTo>
                      <a:cubicBezTo>
                        <a:pt x="10503" y="1755"/>
                        <a:pt x="10411" y="1721"/>
                        <a:pt x="10284" y="1721"/>
                      </a:cubicBezTo>
                      <a:lnTo>
                        <a:pt x="9231" y="1721"/>
                      </a:lnTo>
                      <a:cubicBezTo>
                        <a:pt x="9110" y="1721"/>
                        <a:pt x="8995" y="1755"/>
                        <a:pt x="8989" y="1801"/>
                      </a:cubicBezTo>
                      <a:lnTo>
                        <a:pt x="8909" y="2181"/>
                      </a:lnTo>
                      <a:cubicBezTo>
                        <a:pt x="8891" y="2233"/>
                        <a:pt x="8983" y="2268"/>
                        <a:pt x="9116" y="2268"/>
                      </a:cubicBezTo>
                      <a:close/>
                      <a:moveTo>
                        <a:pt x="6917" y="2268"/>
                      </a:moveTo>
                      <a:lnTo>
                        <a:pt x="7988" y="2268"/>
                      </a:lnTo>
                      <a:cubicBezTo>
                        <a:pt x="8114" y="2268"/>
                        <a:pt x="8224" y="2233"/>
                        <a:pt x="8241" y="2181"/>
                      </a:cubicBezTo>
                      <a:lnTo>
                        <a:pt x="8327" y="1801"/>
                      </a:lnTo>
                      <a:cubicBezTo>
                        <a:pt x="8333" y="1755"/>
                        <a:pt x="8247" y="1721"/>
                        <a:pt x="8114" y="1721"/>
                      </a:cubicBezTo>
                      <a:lnTo>
                        <a:pt x="7067" y="1721"/>
                      </a:lnTo>
                      <a:cubicBezTo>
                        <a:pt x="6946" y="1721"/>
                        <a:pt x="6825" y="1755"/>
                        <a:pt x="6814" y="1801"/>
                      </a:cubicBezTo>
                      <a:lnTo>
                        <a:pt x="6704" y="2181"/>
                      </a:lnTo>
                      <a:cubicBezTo>
                        <a:pt x="6693" y="2233"/>
                        <a:pt x="6785" y="2268"/>
                        <a:pt x="6917" y="2268"/>
                      </a:cubicBezTo>
                      <a:close/>
                      <a:moveTo>
                        <a:pt x="4713" y="2268"/>
                      </a:moveTo>
                      <a:lnTo>
                        <a:pt x="5784" y="2268"/>
                      </a:lnTo>
                      <a:cubicBezTo>
                        <a:pt x="5916" y="2268"/>
                        <a:pt x="6031" y="2233"/>
                        <a:pt x="6043" y="2181"/>
                      </a:cubicBezTo>
                      <a:lnTo>
                        <a:pt x="6158" y="1801"/>
                      </a:lnTo>
                      <a:cubicBezTo>
                        <a:pt x="6175" y="1755"/>
                        <a:pt x="6083" y="1721"/>
                        <a:pt x="5956" y="1721"/>
                      </a:cubicBezTo>
                      <a:lnTo>
                        <a:pt x="4909" y="1721"/>
                      </a:lnTo>
                      <a:cubicBezTo>
                        <a:pt x="4788" y="1721"/>
                        <a:pt x="4667" y="1755"/>
                        <a:pt x="4656" y="1801"/>
                      </a:cubicBezTo>
                      <a:lnTo>
                        <a:pt x="4523" y="2181"/>
                      </a:lnTo>
                      <a:cubicBezTo>
                        <a:pt x="4500" y="2233"/>
                        <a:pt x="4587" y="2268"/>
                        <a:pt x="4713" y="2268"/>
                      </a:cubicBezTo>
                      <a:close/>
                      <a:moveTo>
                        <a:pt x="892" y="2268"/>
                      </a:moveTo>
                      <a:lnTo>
                        <a:pt x="3585" y="2268"/>
                      </a:lnTo>
                      <a:cubicBezTo>
                        <a:pt x="3712" y="2268"/>
                        <a:pt x="3827" y="2233"/>
                        <a:pt x="3844" y="2181"/>
                      </a:cubicBezTo>
                      <a:lnTo>
                        <a:pt x="3982" y="1801"/>
                      </a:lnTo>
                      <a:cubicBezTo>
                        <a:pt x="3994" y="1755"/>
                        <a:pt x="3908" y="1721"/>
                        <a:pt x="3787" y="1721"/>
                      </a:cubicBezTo>
                      <a:lnTo>
                        <a:pt x="1140" y="1721"/>
                      </a:lnTo>
                      <a:cubicBezTo>
                        <a:pt x="1019" y="1721"/>
                        <a:pt x="892" y="1755"/>
                        <a:pt x="875" y="1801"/>
                      </a:cubicBezTo>
                      <a:lnTo>
                        <a:pt x="702" y="2181"/>
                      </a:lnTo>
                      <a:cubicBezTo>
                        <a:pt x="679" y="2233"/>
                        <a:pt x="766" y="2268"/>
                        <a:pt x="892" y="2268"/>
                      </a:cubicBezTo>
                      <a:close/>
                      <a:moveTo>
                        <a:pt x="28918" y="2268"/>
                      </a:moveTo>
                      <a:lnTo>
                        <a:pt x="31611" y="2268"/>
                      </a:lnTo>
                      <a:cubicBezTo>
                        <a:pt x="31738" y="2268"/>
                        <a:pt x="31824" y="2233"/>
                        <a:pt x="31807" y="2181"/>
                      </a:cubicBezTo>
                      <a:lnTo>
                        <a:pt x="31634" y="1801"/>
                      </a:lnTo>
                      <a:cubicBezTo>
                        <a:pt x="31611" y="1755"/>
                        <a:pt x="31496" y="1721"/>
                        <a:pt x="31364" y="1721"/>
                      </a:cubicBezTo>
                      <a:lnTo>
                        <a:pt x="28717" y="1721"/>
                      </a:lnTo>
                      <a:cubicBezTo>
                        <a:pt x="28596" y="1721"/>
                        <a:pt x="28504" y="1755"/>
                        <a:pt x="28527" y="1801"/>
                      </a:cubicBezTo>
                      <a:lnTo>
                        <a:pt x="28659" y="2181"/>
                      </a:lnTo>
                      <a:cubicBezTo>
                        <a:pt x="28676" y="2233"/>
                        <a:pt x="28791" y="2268"/>
                        <a:pt x="28918" y="2268"/>
                      </a:cubicBezTo>
                      <a:close/>
                      <a:moveTo>
                        <a:pt x="25828" y="3004"/>
                      </a:moveTo>
                      <a:lnTo>
                        <a:pt x="26921" y="3004"/>
                      </a:lnTo>
                      <a:cubicBezTo>
                        <a:pt x="27048" y="3004"/>
                        <a:pt x="27146" y="2964"/>
                        <a:pt x="27128" y="2918"/>
                      </a:cubicBezTo>
                      <a:lnTo>
                        <a:pt x="27008" y="2521"/>
                      </a:lnTo>
                      <a:cubicBezTo>
                        <a:pt x="26990" y="2469"/>
                        <a:pt x="26875" y="2434"/>
                        <a:pt x="26749" y="2434"/>
                      </a:cubicBezTo>
                      <a:lnTo>
                        <a:pt x="25678" y="2434"/>
                      </a:lnTo>
                      <a:cubicBezTo>
                        <a:pt x="25546" y="2434"/>
                        <a:pt x="25454" y="2469"/>
                        <a:pt x="25465" y="2521"/>
                      </a:cubicBezTo>
                      <a:lnTo>
                        <a:pt x="25575" y="2918"/>
                      </a:lnTo>
                      <a:cubicBezTo>
                        <a:pt x="25580" y="2958"/>
                        <a:pt x="25695" y="3004"/>
                        <a:pt x="25828" y="3004"/>
                      </a:cubicBezTo>
                      <a:close/>
                      <a:moveTo>
                        <a:pt x="23583" y="3004"/>
                      </a:moveTo>
                      <a:lnTo>
                        <a:pt x="24677" y="3004"/>
                      </a:lnTo>
                      <a:cubicBezTo>
                        <a:pt x="24803" y="3004"/>
                        <a:pt x="24895" y="2964"/>
                        <a:pt x="24890" y="2918"/>
                      </a:cubicBezTo>
                      <a:lnTo>
                        <a:pt x="24792" y="2521"/>
                      </a:lnTo>
                      <a:cubicBezTo>
                        <a:pt x="24775" y="2469"/>
                        <a:pt x="24671" y="2434"/>
                        <a:pt x="24539" y="2434"/>
                      </a:cubicBezTo>
                      <a:lnTo>
                        <a:pt x="23468" y="2434"/>
                      </a:lnTo>
                      <a:cubicBezTo>
                        <a:pt x="23336" y="2434"/>
                        <a:pt x="23244" y="2469"/>
                        <a:pt x="23250" y="2521"/>
                      </a:cubicBezTo>
                      <a:lnTo>
                        <a:pt x="23330" y="2918"/>
                      </a:lnTo>
                      <a:cubicBezTo>
                        <a:pt x="23336" y="2958"/>
                        <a:pt x="23451" y="3004"/>
                        <a:pt x="23583" y="3004"/>
                      </a:cubicBezTo>
                      <a:close/>
                      <a:moveTo>
                        <a:pt x="21333" y="3004"/>
                      </a:moveTo>
                      <a:lnTo>
                        <a:pt x="22427" y="3004"/>
                      </a:lnTo>
                      <a:cubicBezTo>
                        <a:pt x="22553" y="3004"/>
                        <a:pt x="22657" y="2964"/>
                        <a:pt x="22645" y="2918"/>
                      </a:cubicBezTo>
                      <a:lnTo>
                        <a:pt x="22576" y="2521"/>
                      </a:lnTo>
                      <a:cubicBezTo>
                        <a:pt x="22571" y="2469"/>
                        <a:pt x="22455" y="2434"/>
                        <a:pt x="22329" y="2434"/>
                      </a:cubicBezTo>
                      <a:lnTo>
                        <a:pt x="21258" y="2434"/>
                      </a:lnTo>
                      <a:cubicBezTo>
                        <a:pt x="21126" y="2434"/>
                        <a:pt x="21028" y="2469"/>
                        <a:pt x="21034" y="2521"/>
                      </a:cubicBezTo>
                      <a:lnTo>
                        <a:pt x="21092" y="2918"/>
                      </a:lnTo>
                      <a:cubicBezTo>
                        <a:pt x="21086" y="2958"/>
                        <a:pt x="21201" y="3004"/>
                        <a:pt x="21333" y="3004"/>
                      </a:cubicBezTo>
                      <a:close/>
                      <a:moveTo>
                        <a:pt x="19077" y="3004"/>
                      </a:moveTo>
                      <a:lnTo>
                        <a:pt x="20171" y="3004"/>
                      </a:lnTo>
                      <a:cubicBezTo>
                        <a:pt x="20303" y="3004"/>
                        <a:pt x="20401" y="2964"/>
                        <a:pt x="20395" y="2918"/>
                      </a:cubicBezTo>
                      <a:lnTo>
                        <a:pt x="20343" y="2521"/>
                      </a:lnTo>
                      <a:cubicBezTo>
                        <a:pt x="20338" y="2469"/>
                        <a:pt x="20228" y="2434"/>
                        <a:pt x="20102" y="2434"/>
                      </a:cubicBezTo>
                      <a:lnTo>
                        <a:pt x="19031" y="2434"/>
                      </a:lnTo>
                      <a:cubicBezTo>
                        <a:pt x="18899" y="2434"/>
                        <a:pt x="18801" y="2469"/>
                        <a:pt x="18807" y="2521"/>
                      </a:cubicBezTo>
                      <a:lnTo>
                        <a:pt x="18836" y="2918"/>
                      </a:lnTo>
                      <a:cubicBezTo>
                        <a:pt x="18841" y="2958"/>
                        <a:pt x="18951" y="3004"/>
                        <a:pt x="19077" y="3004"/>
                      </a:cubicBezTo>
                      <a:close/>
                      <a:moveTo>
                        <a:pt x="16827" y="3004"/>
                      </a:moveTo>
                      <a:lnTo>
                        <a:pt x="17921" y="3004"/>
                      </a:lnTo>
                      <a:cubicBezTo>
                        <a:pt x="18047" y="3004"/>
                        <a:pt x="18157" y="2964"/>
                        <a:pt x="18151" y="2918"/>
                      </a:cubicBezTo>
                      <a:lnTo>
                        <a:pt x="18128" y="2521"/>
                      </a:lnTo>
                      <a:cubicBezTo>
                        <a:pt x="18128" y="2469"/>
                        <a:pt x="18018" y="2434"/>
                        <a:pt x="17892" y="2434"/>
                      </a:cubicBezTo>
                      <a:lnTo>
                        <a:pt x="16821" y="2434"/>
                      </a:lnTo>
                      <a:cubicBezTo>
                        <a:pt x="16689" y="2434"/>
                        <a:pt x="16591" y="2469"/>
                        <a:pt x="16591" y="2521"/>
                      </a:cubicBezTo>
                      <a:lnTo>
                        <a:pt x="16597" y="2918"/>
                      </a:lnTo>
                      <a:cubicBezTo>
                        <a:pt x="16591" y="2958"/>
                        <a:pt x="16701" y="3004"/>
                        <a:pt x="16827" y="3004"/>
                      </a:cubicBezTo>
                      <a:close/>
                      <a:moveTo>
                        <a:pt x="14583" y="3004"/>
                      </a:moveTo>
                      <a:lnTo>
                        <a:pt x="15676" y="3004"/>
                      </a:lnTo>
                      <a:cubicBezTo>
                        <a:pt x="15809" y="3004"/>
                        <a:pt x="15912" y="2964"/>
                        <a:pt x="15912" y="2918"/>
                      </a:cubicBezTo>
                      <a:lnTo>
                        <a:pt x="15924" y="2521"/>
                      </a:lnTo>
                      <a:cubicBezTo>
                        <a:pt x="15924" y="2469"/>
                        <a:pt x="15820" y="2434"/>
                        <a:pt x="15694" y="2434"/>
                      </a:cubicBezTo>
                      <a:lnTo>
                        <a:pt x="14617" y="2434"/>
                      </a:lnTo>
                      <a:cubicBezTo>
                        <a:pt x="14491" y="2434"/>
                        <a:pt x="14381" y="2469"/>
                        <a:pt x="14381" y="2521"/>
                      </a:cubicBezTo>
                      <a:lnTo>
                        <a:pt x="14358" y="2918"/>
                      </a:lnTo>
                      <a:cubicBezTo>
                        <a:pt x="14347" y="2958"/>
                        <a:pt x="14445" y="3004"/>
                        <a:pt x="14583" y="3004"/>
                      </a:cubicBezTo>
                      <a:close/>
                      <a:moveTo>
                        <a:pt x="12333" y="3004"/>
                      </a:moveTo>
                      <a:lnTo>
                        <a:pt x="13426" y="3004"/>
                      </a:lnTo>
                      <a:cubicBezTo>
                        <a:pt x="13553" y="3004"/>
                        <a:pt x="13662" y="2964"/>
                        <a:pt x="13668" y="2918"/>
                      </a:cubicBezTo>
                      <a:lnTo>
                        <a:pt x="13697" y="2521"/>
                      </a:lnTo>
                      <a:cubicBezTo>
                        <a:pt x="13697" y="2469"/>
                        <a:pt x="13599" y="2434"/>
                        <a:pt x="13478" y="2434"/>
                      </a:cubicBezTo>
                      <a:lnTo>
                        <a:pt x="12402" y="2434"/>
                      </a:lnTo>
                      <a:cubicBezTo>
                        <a:pt x="12275" y="2434"/>
                        <a:pt x="12166" y="2469"/>
                        <a:pt x="12160" y="2521"/>
                      </a:cubicBezTo>
                      <a:lnTo>
                        <a:pt x="12108" y="2918"/>
                      </a:lnTo>
                      <a:cubicBezTo>
                        <a:pt x="12103" y="2958"/>
                        <a:pt x="12200" y="3004"/>
                        <a:pt x="12333" y="3004"/>
                      </a:cubicBezTo>
                      <a:close/>
                      <a:moveTo>
                        <a:pt x="10083" y="3004"/>
                      </a:moveTo>
                      <a:lnTo>
                        <a:pt x="11176" y="3004"/>
                      </a:lnTo>
                      <a:cubicBezTo>
                        <a:pt x="11303" y="3004"/>
                        <a:pt x="11418" y="2964"/>
                        <a:pt x="11418" y="2918"/>
                      </a:cubicBezTo>
                      <a:lnTo>
                        <a:pt x="11475" y="2521"/>
                      </a:lnTo>
                      <a:cubicBezTo>
                        <a:pt x="11481" y="2469"/>
                        <a:pt x="11383" y="2434"/>
                        <a:pt x="11251" y="2434"/>
                      </a:cubicBezTo>
                      <a:lnTo>
                        <a:pt x="10180" y="2434"/>
                      </a:lnTo>
                      <a:cubicBezTo>
                        <a:pt x="10054" y="2434"/>
                        <a:pt x="9944" y="2469"/>
                        <a:pt x="9939" y="2521"/>
                      </a:cubicBezTo>
                      <a:lnTo>
                        <a:pt x="9864" y="2918"/>
                      </a:lnTo>
                      <a:cubicBezTo>
                        <a:pt x="9847" y="2958"/>
                        <a:pt x="9950" y="3004"/>
                        <a:pt x="10083" y="3004"/>
                      </a:cubicBezTo>
                      <a:close/>
                      <a:moveTo>
                        <a:pt x="7827" y="3004"/>
                      </a:moveTo>
                      <a:lnTo>
                        <a:pt x="8920" y="3004"/>
                      </a:lnTo>
                      <a:cubicBezTo>
                        <a:pt x="9052" y="3004"/>
                        <a:pt x="9168" y="2964"/>
                        <a:pt x="9173" y="2918"/>
                      </a:cubicBezTo>
                      <a:lnTo>
                        <a:pt x="9254" y="2521"/>
                      </a:lnTo>
                      <a:cubicBezTo>
                        <a:pt x="9260" y="2469"/>
                        <a:pt x="9168" y="2434"/>
                        <a:pt x="9035" y="2434"/>
                      </a:cubicBezTo>
                      <a:lnTo>
                        <a:pt x="7965" y="2434"/>
                      </a:lnTo>
                      <a:cubicBezTo>
                        <a:pt x="7832" y="2434"/>
                        <a:pt x="7723" y="2469"/>
                        <a:pt x="7712" y="2521"/>
                      </a:cubicBezTo>
                      <a:lnTo>
                        <a:pt x="7614" y="2918"/>
                      </a:lnTo>
                      <a:cubicBezTo>
                        <a:pt x="7608" y="2958"/>
                        <a:pt x="7700" y="3004"/>
                        <a:pt x="7827" y="3004"/>
                      </a:cubicBezTo>
                      <a:close/>
                      <a:moveTo>
                        <a:pt x="5577" y="3004"/>
                      </a:moveTo>
                      <a:lnTo>
                        <a:pt x="6670" y="3004"/>
                      </a:lnTo>
                      <a:cubicBezTo>
                        <a:pt x="6802" y="3004"/>
                        <a:pt x="6917" y="2964"/>
                        <a:pt x="6929" y="2918"/>
                      </a:cubicBezTo>
                      <a:lnTo>
                        <a:pt x="7038" y="2521"/>
                      </a:lnTo>
                      <a:cubicBezTo>
                        <a:pt x="7050" y="2469"/>
                        <a:pt x="6958" y="2434"/>
                        <a:pt x="6825" y="2434"/>
                      </a:cubicBezTo>
                      <a:lnTo>
                        <a:pt x="5755" y="2434"/>
                      </a:lnTo>
                      <a:cubicBezTo>
                        <a:pt x="5628" y="2434"/>
                        <a:pt x="5513" y="2469"/>
                        <a:pt x="5496" y="2521"/>
                      </a:cubicBezTo>
                      <a:lnTo>
                        <a:pt x="5375" y="2918"/>
                      </a:lnTo>
                      <a:cubicBezTo>
                        <a:pt x="5352" y="2958"/>
                        <a:pt x="5450" y="3004"/>
                        <a:pt x="5577" y="3004"/>
                      </a:cubicBezTo>
                      <a:close/>
                      <a:moveTo>
                        <a:pt x="570" y="3004"/>
                      </a:moveTo>
                      <a:lnTo>
                        <a:pt x="4426" y="3004"/>
                      </a:lnTo>
                      <a:cubicBezTo>
                        <a:pt x="4558" y="3004"/>
                        <a:pt x="4679" y="2964"/>
                        <a:pt x="4690" y="2918"/>
                      </a:cubicBezTo>
                      <a:lnTo>
                        <a:pt x="4823" y="2521"/>
                      </a:lnTo>
                      <a:cubicBezTo>
                        <a:pt x="4834" y="2469"/>
                        <a:pt x="4742" y="2434"/>
                        <a:pt x="4621" y="2434"/>
                      </a:cubicBezTo>
                      <a:lnTo>
                        <a:pt x="829" y="2434"/>
                      </a:lnTo>
                      <a:cubicBezTo>
                        <a:pt x="696" y="2434"/>
                        <a:pt x="576" y="2469"/>
                        <a:pt x="553" y="2521"/>
                      </a:cubicBezTo>
                      <a:lnTo>
                        <a:pt x="374" y="2918"/>
                      </a:lnTo>
                      <a:cubicBezTo>
                        <a:pt x="345" y="2958"/>
                        <a:pt x="432" y="3004"/>
                        <a:pt x="570" y="3004"/>
                      </a:cubicBezTo>
                      <a:close/>
                      <a:moveTo>
                        <a:pt x="28078" y="3004"/>
                      </a:moveTo>
                      <a:lnTo>
                        <a:pt x="31934" y="3004"/>
                      </a:lnTo>
                      <a:cubicBezTo>
                        <a:pt x="32066" y="3004"/>
                        <a:pt x="32152" y="2964"/>
                        <a:pt x="32129" y="2918"/>
                      </a:cubicBezTo>
                      <a:lnTo>
                        <a:pt x="31945" y="2521"/>
                      </a:lnTo>
                      <a:cubicBezTo>
                        <a:pt x="31928" y="2469"/>
                        <a:pt x="31801" y="2434"/>
                        <a:pt x="31675" y="2434"/>
                      </a:cubicBezTo>
                      <a:lnTo>
                        <a:pt x="27882" y="2434"/>
                      </a:lnTo>
                      <a:cubicBezTo>
                        <a:pt x="27756" y="2434"/>
                        <a:pt x="27664" y="2469"/>
                        <a:pt x="27681" y="2521"/>
                      </a:cubicBezTo>
                      <a:lnTo>
                        <a:pt x="27813" y="2918"/>
                      </a:lnTo>
                      <a:cubicBezTo>
                        <a:pt x="27836" y="2958"/>
                        <a:pt x="27951" y="3004"/>
                        <a:pt x="28078" y="3004"/>
                      </a:cubicBezTo>
                      <a:close/>
                      <a:moveTo>
                        <a:pt x="26570" y="3764"/>
                      </a:moveTo>
                      <a:lnTo>
                        <a:pt x="27733" y="3764"/>
                      </a:lnTo>
                      <a:cubicBezTo>
                        <a:pt x="27871" y="3764"/>
                        <a:pt x="27963" y="3723"/>
                        <a:pt x="27940" y="3672"/>
                      </a:cubicBezTo>
                      <a:lnTo>
                        <a:pt x="27905" y="3551"/>
                      </a:lnTo>
                      <a:cubicBezTo>
                        <a:pt x="27894" y="3499"/>
                        <a:pt x="27767" y="3453"/>
                        <a:pt x="27641" y="3453"/>
                      </a:cubicBezTo>
                      <a:lnTo>
                        <a:pt x="26484" y="3453"/>
                      </a:lnTo>
                      <a:cubicBezTo>
                        <a:pt x="26351" y="3453"/>
                        <a:pt x="26254" y="3499"/>
                        <a:pt x="26265" y="3551"/>
                      </a:cubicBezTo>
                      <a:lnTo>
                        <a:pt x="26300" y="3672"/>
                      </a:lnTo>
                      <a:cubicBezTo>
                        <a:pt x="26311" y="3723"/>
                        <a:pt x="26432" y="3764"/>
                        <a:pt x="26570" y="3764"/>
                      </a:cubicBezTo>
                      <a:close/>
                      <a:moveTo>
                        <a:pt x="28832" y="3764"/>
                      </a:moveTo>
                      <a:lnTo>
                        <a:pt x="30000" y="3764"/>
                      </a:lnTo>
                      <a:cubicBezTo>
                        <a:pt x="30138" y="3764"/>
                        <a:pt x="30219" y="3723"/>
                        <a:pt x="30207" y="3672"/>
                      </a:cubicBezTo>
                      <a:lnTo>
                        <a:pt x="30040" y="3252"/>
                      </a:lnTo>
                      <a:cubicBezTo>
                        <a:pt x="30017" y="3206"/>
                        <a:pt x="29896" y="3165"/>
                        <a:pt x="29770" y="3165"/>
                      </a:cubicBezTo>
                      <a:lnTo>
                        <a:pt x="28619" y="3165"/>
                      </a:lnTo>
                      <a:cubicBezTo>
                        <a:pt x="28486" y="3165"/>
                        <a:pt x="28394" y="3206"/>
                        <a:pt x="28406" y="3252"/>
                      </a:cubicBezTo>
                      <a:lnTo>
                        <a:pt x="28550" y="3672"/>
                      </a:lnTo>
                      <a:cubicBezTo>
                        <a:pt x="28584" y="3723"/>
                        <a:pt x="28705" y="3764"/>
                        <a:pt x="28832" y="3764"/>
                      </a:cubicBezTo>
                      <a:close/>
                      <a:moveTo>
                        <a:pt x="31105" y="3764"/>
                      </a:moveTo>
                      <a:lnTo>
                        <a:pt x="32273" y="3764"/>
                      </a:lnTo>
                      <a:cubicBezTo>
                        <a:pt x="32411" y="3764"/>
                        <a:pt x="32492" y="3723"/>
                        <a:pt x="32475" y="3672"/>
                      </a:cubicBezTo>
                      <a:lnTo>
                        <a:pt x="32417" y="3551"/>
                      </a:lnTo>
                      <a:cubicBezTo>
                        <a:pt x="32394" y="3499"/>
                        <a:pt x="32267" y="3453"/>
                        <a:pt x="32135" y="3453"/>
                      </a:cubicBezTo>
                      <a:lnTo>
                        <a:pt x="30984" y="3453"/>
                      </a:lnTo>
                      <a:cubicBezTo>
                        <a:pt x="30857" y="3453"/>
                        <a:pt x="30760" y="3499"/>
                        <a:pt x="30783" y="3551"/>
                      </a:cubicBezTo>
                      <a:lnTo>
                        <a:pt x="30834" y="3672"/>
                      </a:lnTo>
                      <a:cubicBezTo>
                        <a:pt x="30857" y="3723"/>
                        <a:pt x="30978" y="3764"/>
                        <a:pt x="31105" y="3764"/>
                      </a:cubicBezTo>
                      <a:close/>
                      <a:moveTo>
                        <a:pt x="24268" y="3764"/>
                      </a:moveTo>
                      <a:lnTo>
                        <a:pt x="25379" y="3764"/>
                      </a:lnTo>
                      <a:cubicBezTo>
                        <a:pt x="25517" y="3764"/>
                        <a:pt x="25609" y="3723"/>
                        <a:pt x="25598" y="3672"/>
                      </a:cubicBezTo>
                      <a:lnTo>
                        <a:pt x="25488" y="3252"/>
                      </a:lnTo>
                      <a:cubicBezTo>
                        <a:pt x="25477" y="3206"/>
                        <a:pt x="25362" y="3165"/>
                        <a:pt x="25229" y="3165"/>
                      </a:cubicBezTo>
                      <a:lnTo>
                        <a:pt x="24130" y="3165"/>
                      </a:lnTo>
                      <a:cubicBezTo>
                        <a:pt x="23998" y="3165"/>
                        <a:pt x="23900" y="3206"/>
                        <a:pt x="23911" y="3252"/>
                      </a:cubicBezTo>
                      <a:lnTo>
                        <a:pt x="24009" y="3672"/>
                      </a:lnTo>
                      <a:cubicBezTo>
                        <a:pt x="24015" y="3723"/>
                        <a:pt x="24130" y="3764"/>
                        <a:pt x="24268" y="3764"/>
                      </a:cubicBezTo>
                      <a:close/>
                      <a:moveTo>
                        <a:pt x="9801" y="3252"/>
                      </a:moveTo>
                      <a:lnTo>
                        <a:pt x="9720" y="3672"/>
                      </a:lnTo>
                      <a:cubicBezTo>
                        <a:pt x="9714" y="3723"/>
                        <a:pt x="9812" y="3764"/>
                        <a:pt x="9944" y="3764"/>
                      </a:cubicBezTo>
                      <a:lnTo>
                        <a:pt x="20257" y="3764"/>
                      </a:lnTo>
                      <a:cubicBezTo>
                        <a:pt x="20395" y="3764"/>
                        <a:pt x="20499" y="3718"/>
                        <a:pt x="20487" y="3672"/>
                      </a:cubicBezTo>
                      <a:lnTo>
                        <a:pt x="20441" y="3252"/>
                      </a:lnTo>
                      <a:cubicBezTo>
                        <a:pt x="20430" y="3206"/>
                        <a:pt x="20326" y="3165"/>
                        <a:pt x="20194" y="3165"/>
                      </a:cubicBezTo>
                      <a:lnTo>
                        <a:pt x="10054" y="3165"/>
                      </a:lnTo>
                      <a:cubicBezTo>
                        <a:pt x="9921" y="3165"/>
                        <a:pt x="9806" y="3211"/>
                        <a:pt x="9801" y="3252"/>
                      </a:cubicBezTo>
                      <a:close/>
                      <a:moveTo>
                        <a:pt x="7125" y="3764"/>
                      </a:moveTo>
                      <a:lnTo>
                        <a:pt x="8765" y="3764"/>
                      </a:lnTo>
                      <a:cubicBezTo>
                        <a:pt x="8903" y="3764"/>
                        <a:pt x="9018" y="3723"/>
                        <a:pt x="9024" y="3672"/>
                      </a:cubicBezTo>
                      <a:lnTo>
                        <a:pt x="9110" y="3252"/>
                      </a:lnTo>
                      <a:cubicBezTo>
                        <a:pt x="9116" y="3206"/>
                        <a:pt x="9024" y="3165"/>
                        <a:pt x="8891" y="3165"/>
                      </a:cubicBezTo>
                      <a:lnTo>
                        <a:pt x="7280" y="3165"/>
                      </a:lnTo>
                      <a:cubicBezTo>
                        <a:pt x="7153" y="3165"/>
                        <a:pt x="7038" y="3206"/>
                        <a:pt x="7021" y="3252"/>
                      </a:cubicBezTo>
                      <a:lnTo>
                        <a:pt x="6917" y="3672"/>
                      </a:lnTo>
                      <a:cubicBezTo>
                        <a:pt x="6894" y="3723"/>
                        <a:pt x="6986" y="3764"/>
                        <a:pt x="7125" y="3764"/>
                      </a:cubicBezTo>
                      <a:close/>
                      <a:moveTo>
                        <a:pt x="4823" y="3764"/>
                      </a:moveTo>
                      <a:lnTo>
                        <a:pt x="5939" y="3764"/>
                      </a:lnTo>
                      <a:cubicBezTo>
                        <a:pt x="6071" y="3764"/>
                        <a:pt x="6187" y="3723"/>
                        <a:pt x="6204" y="3672"/>
                      </a:cubicBezTo>
                      <a:lnTo>
                        <a:pt x="6319" y="3252"/>
                      </a:lnTo>
                      <a:cubicBezTo>
                        <a:pt x="6330" y="3206"/>
                        <a:pt x="6238" y="3165"/>
                        <a:pt x="6106" y="3165"/>
                      </a:cubicBezTo>
                      <a:lnTo>
                        <a:pt x="5018" y="3165"/>
                      </a:lnTo>
                      <a:cubicBezTo>
                        <a:pt x="4886" y="3165"/>
                        <a:pt x="4765" y="3206"/>
                        <a:pt x="4748" y="3252"/>
                      </a:cubicBezTo>
                      <a:lnTo>
                        <a:pt x="4615" y="3672"/>
                      </a:lnTo>
                      <a:cubicBezTo>
                        <a:pt x="4592" y="3723"/>
                        <a:pt x="4690" y="3764"/>
                        <a:pt x="4823" y="3764"/>
                      </a:cubicBezTo>
                      <a:close/>
                      <a:moveTo>
                        <a:pt x="21437" y="3764"/>
                      </a:moveTo>
                      <a:lnTo>
                        <a:pt x="23077" y="3764"/>
                      </a:lnTo>
                      <a:cubicBezTo>
                        <a:pt x="23215" y="3764"/>
                        <a:pt x="23307" y="3723"/>
                        <a:pt x="23301" y="3672"/>
                      </a:cubicBezTo>
                      <a:lnTo>
                        <a:pt x="23221" y="3252"/>
                      </a:lnTo>
                      <a:cubicBezTo>
                        <a:pt x="23215" y="3206"/>
                        <a:pt x="23100" y="3165"/>
                        <a:pt x="22973" y="3165"/>
                      </a:cubicBezTo>
                      <a:lnTo>
                        <a:pt x="21362" y="3165"/>
                      </a:lnTo>
                      <a:cubicBezTo>
                        <a:pt x="21230" y="3165"/>
                        <a:pt x="21132" y="3206"/>
                        <a:pt x="21138" y="3252"/>
                      </a:cubicBezTo>
                      <a:lnTo>
                        <a:pt x="21195" y="3672"/>
                      </a:lnTo>
                      <a:cubicBezTo>
                        <a:pt x="21195" y="3723"/>
                        <a:pt x="21310" y="3764"/>
                        <a:pt x="21437" y="3764"/>
                      </a:cubicBezTo>
                      <a:close/>
                      <a:moveTo>
                        <a:pt x="2521" y="3764"/>
                      </a:moveTo>
                      <a:lnTo>
                        <a:pt x="3637" y="3764"/>
                      </a:lnTo>
                      <a:cubicBezTo>
                        <a:pt x="3770" y="3764"/>
                        <a:pt x="3885" y="3723"/>
                        <a:pt x="3908" y="3672"/>
                      </a:cubicBezTo>
                      <a:lnTo>
                        <a:pt x="4052" y="3252"/>
                      </a:lnTo>
                      <a:cubicBezTo>
                        <a:pt x="4069" y="3206"/>
                        <a:pt x="3982" y="3165"/>
                        <a:pt x="3844" y="3165"/>
                      </a:cubicBezTo>
                      <a:lnTo>
                        <a:pt x="2745" y="3165"/>
                      </a:lnTo>
                      <a:cubicBezTo>
                        <a:pt x="2613" y="3165"/>
                        <a:pt x="2492" y="3206"/>
                        <a:pt x="2469" y="3252"/>
                      </a:cubicBezTo>
                      <a:lnTo>
                        <a:pt x="2302" y="3672"/>
                      </a:lnTo>
                      <a:cubicBezTo>
                        <a:pt x="2296" y="3723"/>
                        <a:pt x="2388" y="3764"/>
                        <a:pt x="2521" y="3764"/>
                      </a:cubicBezTo>
                      <a:close/>
                      <a:moveTo>
                        <a:pt x="225" y="3764"/>
                      </a:moveTo>
                      <a:lnTo>
                        <a:pt x="1341" y="3764"/>
                      </a:lnTo>
                      <a:cubicBezTo>
                        <a:pt x="1479" y="3764"/>
                        <a:pt x="1600" y="3723"/>
                        <a:pt x="1623" y="3672"/>
                      </a:cubicBezTo>
                      <a:lnTo>
                        <a:pt x="1796" y="3252"/>
                      </a:lnTo>
                      <a:cubicBezTo>
                        <a:pt x="1813" y="3206"/>
                        <a:pt x="1721" y="3165"/>
                        <a:pt x="1594" y="3165"/>
                      </a:cubicBezTo>
                      <a:lnTo>
                        <a:pt x="489" y="3165"/>
                      </a:lnTo>
                      <a:cubicBezTo>
                        <a:pt x="363" y="3165"/>
                        <a:pt x="242" y="3206"/>
                        <a:pt x="207" y="3252"/>
                      </a:cubicBezTo>
                      <a:lnTo>
                        <a:pt x="23" y="3672"/>
                      </a:lnTo>
                      <a:cubicBezTo>
                        <a:pt x="0" y="3723"/>
                        <a:pt x="86" y="3764"/>
                        <a:pt x="225" y="3764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7" name="Google Shape;837;p47"/>
                <p:cNvSpPr/>
                <p:nvPr/>
              </p:nvSpPr>
              <p:spPr>
                <a:xfrm>
                  <a:off x="6239159" y="3429258"/>
                  <a:ext cx="1890236" cy="219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516" h="3770" extrusionOk="0">
                      <a:moveTo>
                        <a:pt x="2866" y="242"/>
                      </a:moveTo>
                      <a:lnTo>
                        <a:pt x="1807" y="242"/>
                      </a:lnTo>
                      <a:cubicBezTo>
                        <a:pt x="1687" y="242"/>
                        <a:pt x="1606" y="207"/>
                        <a:pt x="1617" y="173"/>
                      </a:cubicBezTo>
                      <a:lnTo>
                        <a:pt x="1664" y="75"/>
                      </a:lnTo>
                      <a:cubicBezTo>
                        <a:pt x="1687" y="35"/>
                        <a:pt x="1790" y="6"/>
                        <a:pt x="1917" y="6"/>
                      </a:cubicBezTo>
                      <a:lnTo>
                        <a:pt x="2964" y="6"/>
                      </a:lnTo>
                      <a:cubicBezTo>
                        <a:pt x="3085" y="6"/>
                        <a:pt x="3166" y="40"/>
                        <a:pt x="3154" y="75"/>
                      </a:cubicBezTo>
                      <a:lnTo>
                        <a:pt x="3108" y="173"/>
                      </a:lnTo>
                      <a:cubicBezTo>
                        <a:pt x="3091" y="213"/>
                        <a:pt x="2981" y="242"/>
                        <a:pt x="2866" y="242"/>
                      </a:cubicBezTo>
                      <a:close/>
                      <a:moveTo>
                        <a:pt x="5088" y="0"/>
                      </a:moveTo>
                      <a:lnTo>
                        <a:pt x="4034" y="0"/>
                      </a:lnTo>
                      <a:cubicBezTo>
                        <a:pt x="3914" y="0"/>
                        <a:pt x="3804" y="35"/>
                        <a:pt x="3793" y="69"/>
                      </a:cubicBezTo>
                      <a:lnTo>
                        <a:pt x="3758" y="161"/>
                      </a:lnTo>
                      <a:cubicBezTo>
                        <a:pt x="3741" y="207"/>
                        <a:pt x="3827" y="236"/>
                        <a:pt x="3942" y="236"/>
                      </a:cubicBezTo>
                      <a:lnTo>
                        <a:pt x="5001" y="236"/>
                      </a:lnTo>
                      <a:cubicBezTo>
                        <a:pt x="5122" y="236"/>
                        <a:pt x="5231" y="201"/>
                        <a:pt x="5243" y="161"/>
                      </a:cubicBezTo>
                      <a:lnTo>
                        <a:pt x="5283" y="69"/>
                      </a:lnTo>
                      <a:cubicBezTo>
                        <a:pt x="5295" y="35"/>
                        <a:pt x="5208" y="0"/>
                        <a:pt x="5088" y="0"/>
                      </a:cubicBezTo>
                      <a:close/>
                      <a:moveTo>
                        <a:pt x="7217" y="0"/>
                      </a:moveTo>
                      <a:lnTo>
                        <a:pt x="6164" y="0"/>
                      </a:lnTo>
                      <a:cubicBezTo>
                        <a:pt x="6043" y="0"/>
                        <a:pt x="5945" y="35"/>
                        <a:pt x="5928" y="69"/>
                      </a:cubicBezTo>
                      <a:lnTo>
                        <a:pt x="5899" y="161"/>
                      </a:lnTo>
                      <a:cubicBezTo>
                        <a:pt x="5888" y="207"/>
                        <a:pt x="5968" y="236"/>
                        <a:pt x="6095" y="236"/>
                      </a:cubicBezTo>
                      <a:lnTo>
                        <a:pt x="7148" y="236"/>
                      </a:lnTo>
                      <a:cubicBezTo>
                        <a:pt x="7274" y="236"/>
                        <a:pt x="7378" y="201"/>
                        <a:pt x="7390" y="161"/>
                      </a:cubicBezTo>
                      <a:lnTo>
                        <a:pt x="7418" y="69"/>
                      </a:lnTo>
                      <a:cubicBezTo>
                        <a:pt x="7424" y="35"/>
                        <a:pt x="7332" y="0"/>
                        <a:pt x="7217" y="0"/>
                      </a:cubicBezTo>
                      <a:close/>
                      <a:moveTo>
                        <a:pt x="9340" y="0"/>
                      </a:moveTo>
                      <a:lnTo>
                        <a:pt x="8287" y="0"/>
                      </a:lnTo>
                      <a:cubicBezTo>
                        <a:pt x="8166" y="0"/>
                        <a:pt x="8063" y="35"/>
                        <a:pt x="8051" y="69"/>
                      </a:cubicBezTo>
                      <a:lnTo>
                        <a:pt x="8028" y="161"/>
                      </a:lnTo>
                      <a:cubicBezTo>
                        <a:pt x="8023" y="207"/>
                        <a:pt x="8109" y="236"/>
                        <a:pt x="8230" y="236"/>
                      </a:cubicBezTo>
                      <a:lnTo>
                        <a:pt x="9289" y="236"/>
                      </a:lnTo>
                      <a:cubicBezTo>
                        <a:pt x="9409" y="236"/>
                        <a:pt x="9507" y="201"/>
                        <a:pt x="9519" y="161"/>
                      </a:cubicBezTo>
                      <a:lnTo>
                        <a:pt x="9536" y="69"/>
                      </a:lnTo>
                      <a:cubicBezTo>
                        <a:pt x="9548" y="35"/>
                        <a:pt x="9461" y="0"/>
                        <a:pt x="9340" y="0"/>
                      </a:cubicBezTo>
                      <a:close/>
                      <a:moveTo>
                        <a:pt x="11470" y="0"/>
                      </a:moveTo>
                      <a:lnTo>
                        <a:pt x="10417" y="0"/>
                      </a:lnTo>
                      <a:cubicBezTo>
                        <a:pt x="10296" y="0"/>
                        <a:pt x="10192" y="35"/>
                        <a:pt x="10186" y="69"/>
                      </a:cubicBezTo>
                      <a:lnTo>
                        <a:pt x="10163" y="161"/>
                      </a:lnTo>
                      <a:cubicBezTo>
                        <a:pt x="10158" y="207"/>
                        <a:pt x="10250" y="236"/>
                        <a:pt x="10365" y="236"/>
                      </a:cubicBezTo>
                      <a:lnTo>
                        <a:pt x="11424" y="236"/>
                      </a:lnTo>
                      <a:cubicBezTo>
                        <a:pt x="11545" y="236"/>
                        <a:pt x="11648" y="201"/>
                        <a:pt x="11654" y="161"/>
                      </a:cubicBezTo>
                      <a:lnTo>
                        <a:pt x="11665" y="69"/>
                      </a:lnTo>
                      <a:cubicBezTo>
                        <a:pt x="11677" y="35"/>
                        <a:pt x="11579" y="0"/>
                        <a:pt x="11470" y="0"/>
                      </a:cubicBezTo>
                      <a:close/>
                      <a:moveTo>
                        <a:pt x="13587" y="0"/>
                      </a:moveTo>
                      <a:lnTo>
                        <a:pt x="12540" y="0"/>
                      </a:lnTo>
                      <a:cubicBezTo>
                        <a:pt x="12419" y="0"/>
                        <a:pt x="12316" y="35"/>
                        <a:pt x="12316" y="69"/>
                      </a:cubicBezTo>
                      <a:lnTo>
                        <a:pt x="12304" y="161"/>
                      </a:lnTo>
                      <a:cubicBezTo>
                        <a:pt x="12293" y="207"/>
                        <a:pt x="12390" y="236"/>
                        <a:pt x="12511" y="236"/>
                      </a:cubicBezTo>
                      <a:lnTo>
                        <a:pt x="13570" y="236"/>
                      </a:lnTo>
                      <a:cubicBezTo>
                        <a:pt x="13691" y="236"/>
                        <a:pt x="13789" y="201"/>
                        <a:pt x="13789" y="161"/>
                      </a:cubicBezTo>
                      <a:lnTo>
                        <a:pt x="13800" y="69"/>
                      </a:lnTo>
                      <a:cubicBezTo>
                        <a:pt x="13806" y="35"/>
                        <a:pt x="13714" y="0"/>
                        <a:pt x="13587" y="0"/>
                      </a:cubicBezTo>
                      <a:close/>
                      <a:moveTo>
                        <a:pt x="15717" y="0"/>
                      </a:moveTo>
                      <a:lnTo>
                        <a:pt x="14669" y="0"/>
                      </a:lnTo>
                      <a:cubicBezTo>
                        <a:pt x="14549" y="0"/>
                        <a:pt x="14451" y="35"/>
                        <a:pt x="14445" y="69"/>
                      </a:cubicBezTo>
                      <a:lnTo>
                        <a:pt x="14439" y="161"/>
                      </a:lnTo>
                      <a:cubicBezTo>
                        <a:pt x="14439" y="207"/>
                        <a:pt x="14531" y="236"/>
                        <a:pt x="14652" y="236"/>
                      </a:cubicBezTo>
                      <a:lnTo>
                        <a:pt x="15711" y="236"/>
                      </a:lnTo>
                      <a:cubicBezTo>
                        <a:pt x="15832" y="236"/>
                        <a:pt x="15930" y="201"/>
                        <a:pt x="15930" y="161"/>
                      </a:cubicBezTo>
                      <a:lnTo>
                        <a:pt x="15930" y="69"/>
                      </a:lnTo>
                      <a:cubicBezTo>
                        <a:pt x="15935" y="35"/>
                        <a:pt x="15843" y="0"/>
                        <a:pt x="15717" y="0"/>
                      </a:cubicBezTo>
                      <a:close/>
                      <a:moveTo>
                        <a:pt x="17846" y="0"/>
                      </a:moveTo>
                      <a:lnTo>
                        <a:pt x="16799" y="0"/>
                      </a:lnTo>
                      <a:cubicBezTo>
                        <a:pt x="16678" y="0"/>
                        <a:pt x="16580" y="35"/>
                        <a:pt x="16580" y="69"/>
                      </a:cubicBezTo>
                      <a:lnTo>
                        <a:pt x="16580" y="161"/>
                      </a:lnTo>
                      <a:cubicBezTo>
                        <a:pt x="16580" y="207"/>
                        <a:pt x="16684" y="236"/>
                        <a:pt x="16799" y="236"/>
                      </a:cubicBezTo>
                      <a:lnTo>
                        <a:pt x="17858" y="236"/>
                      </a:lnTo>
                      <a:cubicBezTo>
                        <a:pt x="17978" y="236"/>
                        <a:pt x="18071" y="201"/>
                        <a:pt x="18071" y="161"/>
                      </a:cubicBezTo>
                      <a:lnTo>
                        <a:pt x="18065" y="69"/>
                      </a:lnTo>
                      <a:cubicBezTo>
                        <a:pt x="18065" y="35"/>
                        <a:pt x="17961" y="0"/>
                        <a:pt x="17846" y="0"/>
                      </a:cubicBezTo>
                      <a:close/>
                      <a:moveTo>
                        <a:pt x="19970" y="0"/>
                      </a:moveTo>
                      <a:lnTo>
                        <a:pt x="18922" y="0"/>
                      </a:lnTo>
                      <a:cubicBezTo>
                        <a:pt x="18796" y="0"/>
                        <a:pt x="18704" y="35"/>
                        <a:pt x="18709" y="69"/>
                      </a:cubicBezTo>
                      <a:lnTo>
                        <a:pt x="18721" y="161"/>
                      </a:lnTo>
                      <a:cubicBezTo>
                        <a:pt x="18721" y="207"/>
                        <a:pt x="18819" y="236"/>
                        <a:pt x="18939" y="236"/>
                      </a:cubicBezTo>
                      <a:lnTo>
                        <a:pt x="19998" y="236"/>
                      </a:lnTo>
                      <a:cubicBezTo>
                        <a:pt x="20119" y="236"/>
                        <a:pt x="20217" y="201"/>
                        <a:pt x="20206" y="161"/>
                      </a:cubicBezTo>
                      <a:lnTo>
                        <a:pt x="20194" y="69"/>
                      </a:lnTo>
                      <a:cubicBezTo>
                        <a:pt x="20194" y="35"/>
                        <a:pt x="20090" y="0"/>
                        <a:pt x="19970" y="0"/>
                      </a:cubicBezTo>
                      <a:close/>
                      <a:moveTo>
                        <a:pt x="22099" y="0"/>
                      </a:moveTo>
                      <a:lnTo>
                        <a:pt x="21052" y="0"/>
                      </a:lnTo>
                      <a:cubicBezTo>
                        <a:pt x="20925" y="0"/>
                        <a:pt x="20839" y="35"/>
                        <a:pt x="20839" y="69"/>
                      </a:cubicBezTo>
                      <a:lnTo>
                        <a:pt x="20856" y="161"/>
                      </a:lnTo>
                      <a:cubicBezTo>
                        <a:pt x="20862" y="207"/>
                        <a:pt x="20965" y="236"/>
                        <a:pt x="21086" y="236"/>
                      </a:cubicBezTo>
                      <a:lnTo>
                        <a:pt x="22139" y="236"/>
                      </a:lnTo>
                      <a:cubicBezTo>
                        <a:pt x="22266" y="236"/>
                        <a:pt x="22352" y="201"/>
                        <a:pt x="22346" y="161"/>
                      </a:cubicBezTo>
                      <a:lnTo>
                        <a:pt x="22323" y="69"/>
                      </a:lnTo>
                      <a:cubicBezTo>
                        <a:pt x="22323" y="35"/>
                        <a:pt x="22214" y="0"/>
                        <a:pt x="22099" y="0"/>
                      </a:cubicBezTo>
                      <a:close/>
                      <a:moveTo>
                        <a:pt x="24222" y="0"/>
                      </a:moveTo>
                      <a:lnTo>
                        <a:pt x="23169" y="0"/>
                      </a:lnTo>
                      <a:cubicBezTo>
                        <a:pt x="23048" y="0"/>
                        <a:pt x="22962" y="35"/>
                        <a:pt x="22968" y="69"/>
                      </a:cubicBezTo>
                      <a:lnTo>
                        <a:pt x="22991" y="161"/>
                      </a:lnTo>
                      <a:cubicBezTo>
                        <a:pt x="22997" y="207"/>
                        <a:pt x="23106" y="236"/>
                        <a:pt x="23221" y="236"/>
                      </a:cubicBezTo>
                      <a:lnTo>
                        <a:pt x="24280" y="236"/>
                      </a:lnTo>
                      <a:cubicBezTo>
                        <a:pt x="24401" y="236"/>
                        <a:pt x="24487" y="201"/>
                        <a:pt x="24481" y="161"/>
                      </a:cubicBezTo>
                      <a:lnTo>
                        <a:pt x="24458" y="69"/>
                      </a:lnTo>
                      <a:cubicBezTo>
                        <a:pt x="24447" y="35"/>
                        <a:pt x="24343" y="0"/>
                        <a:pt x="24222" y="0"/>
                      </a:cubicBezTo>
                      <a:close/>
                      <a:moveTo>
                        <a:pt x="26352" y="0"/>
                      </a:moveTo>
                      <a:lnTo>
                        <a:pt x="25299" y="0"/>
                      </a:lnTo>
                      <a:cubicBezTo>
                        <a:pt x="25178" y="0"/>
                        <a:pt x="25091" y="35"/>
                        <a:pt x="25109" y="69"/>
                      </a:cubicBezTo>
                      <a:lnTo>
                        <a:pt x="25137" y="161"/>
                      </a:lnTo>
                      <a:cubicBezTo>
                        <a:pt x="25149" y="207"/>
                        <a:pt x="25253" y="236"/>
                        <a:pt x="25373" y="236"/>
                      </a:cubicBezTo>
                      <a:lnTo>
                        <a:pt x="26432" y="236"/>
                      </a:lnTo>
                      <a:cubicBezTo>
                        <a:pt x="26553" y="236"/>
                        <a:pt x="26639" y="201"/>
                        <a:pt x="26622" y="161"/>
                      </a:cubicBezTo>
                      <a:lnTo>
                        <a:pt x="26593" y="69"/>
                      </a:lnTo>
                      <a:cubicBezTo>
                        <a:pt x="26576" y="35"/>
                        <a:pt x="26467" y="0"/>
                        <a:pt x="26352" y="0"/>
                      </a:cubicBezTo>
                      <a:close/>
                      <a:moveTo>
                        <a:pt x="28475" y="0"/>
                      </a:moveTo>
                      <a:lnTo>
                        <a:pt x="27422" y="0"/>
                      </a:lnTo>
                      <a:cubicBezTo>
                        <a:pt x="27301" y="0"/>
                        <a:pt x="27221" y="35"/>
                        <a:pt x="27226" y="69"/>
                      </a:cubicBezTo>
                      <a:lnTo>
                        <a:pt x="27267" y="161"/>
                      </a:lnTo>
                      <a:cubicBezTo>
                        <a:pt x="27278" y="207"/>
                        <a:pt x="27388" y="236"/>
                        <a:pt x="27508" y="236"/>
                      </a:cubicBezTo>
                      <a:lnTo>
                        <a:pt x="28567" y="236"/>
                      </a:lnTo>
                      <a:cubicBezTo>
                        <a:pt x="28688" y="236"/>
                        <a:pt x="28769" y="201"/>
                        <a:pt x="28751" y="161"/>
                      </a:cubicBezTo>
                      <a:lnTo>
                        <a:pt x="28717" y="69"/>
                      </a:lnTo>
                      <a:cubicBezTo>
                        <a:pt x="28705" y="35"/>
                        <a:pt x="28596" y="0"/>
                        <a:pt x="28475" y="0"/>
                      </a:cubicBezTo>
                      <a:close/>
                      <a:moveTo>
                        <a:pt x="30605" y="0"/>
                      </a:moveTo>
                      <a:lnTo>
                        <a:pt x="29551" y="0"/>
                      </a:lnTo>
                      <a:cubicBezTo>
                        <a:pt x="29431" y="0"/>
                        <a:pt x="29350" y="35"/>
                        <a:pt x="29367" y="69"/>
                      </a:cubicBezTo>
                      <a:lnTo>
                        <a:pt x="29408" y="161"/>
                      </a:lnTo>
                      <a:cubicBezTo>
                        <a:pt x="29425" y="207"/>
                        <a:pt x="29540" y="236"/>
                        <a:pt x="29655" y="236"/>
                      </a:cubicBezTo>
                      <a:lnTo>
                        <a:pt x="30708" y="236"/>
                      </a:lnTo>
                      <a:cubicBezTo>
                        <a:pt x="30835" y="236"/>
                        <a:pt x="30910" y="201"/>
                        <a:pt x="30898" y="161"/>
                      </a:cubicBezTo>
                      <a:lnTo>
                        <a:pt x="30852" y="69"/>
                      </a:lnTo>
                      <a:cubicBezTo>
                        <a:pt x="30835" y="35"/>
                        <a:pt x="30720" y="0"/>
                        <a:pt x="30605" y="0"/>
                      </a:cubicBezTo>
                      <a:close/>
                      <a:moveTo>
                        <a:pt x="2751" y="386"/>
                      </a:moveTo>
                      <a:lnTo>
                        <a:pt x="1733" y="386"/>
                      </a:lnTo>
                      <a:cubicBezTo>
                        <a:pt x="1612" y="386"/>
                        <a:pt x="1502" y="420"/>
                        <a:pt x="1485" y="460"/>
                      </a:cubicBezTo>
                      <a:lnTo>
                        <a:pt x="1324" y="811"/>
                      </a:lnTo>
                      <a:cubicBezTo>
                        <a:pt x="1301" y="852"/>
                        <a:pt x="1387" y="892"/>
                        <a:pt x="1514" y="892"/>
                      </a:cubicBezTo>
                      <a:lnTo>
                        <a:pt x="2538" y="892"/>
                      </a:lnTo>
                      <a:cubicBezTo>
                        <a:pt x="2665" y="892"/>
                        <a:pt x="2780" y="852"/>
                        <a:pt x="2791" y="811"/>
                      </a:cubicBezTo>
                      <a:lnTo>
                        <a:pt x="2935" y="460"/>
                      </a:lnTo>
                      <a:cubicBezTo>
                        <a:pt x="2958" y="420"/>
                        <a:pt x="2872" y="386"/>
                        <a:pt x="2751" y="386"/>
                      </a:cubicBezTo>
                      <a:close/>
                      <a:moveTo>
                        <a:pt x="4829" y="386"/>
                      </a:moveTo>
                      <a:lnTo>
                        <a:pt x="3816" y="386"/>
                      </a:lnTo>
                      <a:cubicBezTo>
                        <a:pt x="3689" y="386"/>
                        <a:pt x="3586" y="420"/>
                        <a:pt x="3568" y="460"/>
                      </a:cubicBezTo>
                      <a:lnTo>
                        <a:pt x="3430" y="811"/>
                      </a:lnTo>
                      <a:cubicBezTo>
                        <a:pt x="3419" y="852"/>
                        <a:pt x="3505" y="892"/>
                        <a:pt x="3626" y="892"/>
                      </a:cubicBezTo>
                      <a:lnTo>
                        <a:pt x="4656" y="892"/>
                      </a:lnTo>
                      <a:cubicBezTo>
                        <a:pt x="4777" y="892"/>
                        <a:pt x="4892" y="852"/>
                        <a:pt x="4909" y="811"/>
                      </a:cubicBezTo>
                      <a:lnTo>
                        <a:pt x="5030" y="460"/>
                      </a:lnTo>
                      <a:cubicBezTo>
                        <a:pt x="5036" y="420"/>
                        <a:pt x="4950" y="386"/>
                        <a:pt x="4829" y="386"/>
                      </a:cubicBezTo>
                      <a:close/>
                      <a:moveTo>
                        <a:pt x="6906" y="386"/>
                      </a:moveTo>
                      <a:lnTo>
                        <a:pt x="5893" y="386"/>
                      </a:lnTo>
                      <a:cubicBezTo>
                        <a:pt x="5772" y="386"/>
                        <a:pt x="5663" y="420"/>
                        <a:pt x="5646" y="460"/>
                      </a:cubicBezTo>
                      <a:lnTo>
                        <a:pt x="5531" y="811"/>
                      </a:lnTo>
                      <a:cubicBezTo>
                        <a:pt x="5519" y="852"/>
                        <a:pt x="5606" y="892"/>
                        <a:pt x="5726" y="892"/>
                      </a:cubicBezTo>
                      <a:lnTo>
                        <a:pt x="6757" y="892"/>
                      </a:lnTo>
                      <a:cubicBezTo>
                        <a:pt x="6877" y="892"/>
                        <a:pt x="6987" y="852"/>
                        <a:pt x="6998" y="811"/>
                      </a:cubicBezTo>
                      <a:lnTo>
                        <a:pt x="7102" y="460"/>
                      </a:lnTo>
                      <a:cubicBezTo>
                        <a:pt x="7113" y="420"/>
                        <a:pt x="7027" y="386"/>
                        <a:pt x="6906" y="386"/>
                      </a:cubicBezTo>
                      <a:close/>
                      <a:moveTo>
                        <a:pt x="8984" y="386"/>
                      </a:moveTo>
                      <a:lnTo>
                        <a:pt x="7971" y="386"/>
                      </a:lnTo>
                      <a:cubicBezTo>
                        <a:pt x="7850" y="386"/>
                        <a:pt x="7741" y="420"/>
                        <a:pt x="7735" y="460"/>
                      </a:cubicBezTo>
                      <a:lnTo>
                        <a:pt x="7637" y="811"/>
                      </a:lnTo>
                      <a:cubicBezTo>
                        <a:pt x="7626" y="852"/>
                        <a:pt x="7718" y="892"/>
                        <a:pt x="7838" y="892"/>
                      </a:cubicBezTo>
                      <a:lnTo>
                        <a:pt x="8869" y="892"/>
                      </a:lnTo>
                      <a:cubicBezTo>
                        <a:pt x="8989" y="892"/>
                        <a:pt x="9099" y="852"/>
                        <a:pt x="9110" y="811"/>
                      </a:cubicBezTo>
                      <a:lnTo>
                        <a:pt x="9185" y="460"/>
                      </a:lnTo>
                      <a:cubicBezTo>
                        <a:pt x="9197" y="420"/>
                        <a:pt x="9110" y="386"/>
                        <a:pt x="8984" y="386"/>
                      </a:cubicBezTo>
                      <a:close/>
                      <a:moveTo>
                        <a:pt x="11067" y="386"/>
                      </a:moveTo>
                      <a:lnTo>
                        <a:pt x="10048" y="386"/>
                      </a:lnTo>
                      <a:cubicBezTo>
                        <a:pt x="9927" y="386"/>
                        <a:pt x="9830" y="420"/>
                        <a:pt x="9818" y="460"/>
                      </a:cubicBezTo>
                      <a:lnTo>
                        <a:pt x="9749" y="811"/>
                      </a:lnTo>
                      <a:cubicBezTo>
                        <a:pt x="9743" y="852"/>
                        <a:pt x="9835" y="892"/>
                        <a:pt x="9956" y="892"/>
                      </a:cubicBezTo>
                      <a:lnTo>
                        <a:pt x="10986" y="892"/>
                      </a:lnTo>
                      <a:cubicBezTo>
                        <a:pt x="11107" y="892"/>
                        <a:pt x="11217" y="852"/>
                        <a:pt x="11217" y="811"/>
                      </a:cubicBezTo>
                      <a:lnTo>
                        <a:pt x="11274" y="460"/>
                      </a:lnTo>
                      <a:cubicBezTo>
                        <a:pt x="11280" y="420"/>
                        <a:pt x="11188" y="386"/>
                        <a:pt x="11067" y="386"/>
                      </a:cubicBezTo>
                      <a:close/>
                      <a:moveTo>
                        <a:pt x="13144" y="386"/>
                      </a:moveTo>
                      <a:lnTo>
                        <a:pt x="12132" y="386"/>
                      </a:lnTo>
                      <a:cubicBezTo>
                        <a:pt x="12005" y="386"/>
                        <a:pt x="11907" y="420"/>
                        <a:pt x="11901" y="460"/>
                      </a:cubicBezTo>
                      <a:lnTo>
                        <a:pt x="11850" y="811"/>
                      </a:lnTo>
                      <a:cubicBezTo>
                        <a:pt x="11844" y="852"/>
                        <a:pt x="11936" y="892"/>
                        <a:pt x="12057" y="892"/>
                      </a:cubicBezTo>
                      <a:lnTo>
                        <a:pt x="13087" y="892"/>
                      </a:lnTo>
                      <a:cubicBezTo>
                        <a:pt x="13208" y="892"/>
                        <a:pt x="13311" y="852"/>
                        <a:pt x="13317" y="811"/>
                      </a:cubicBezTo>
                      <a:lnTo>
                        <a:pt x="13346" y="460"/>
                      </a:lnTo>
                      <a:cubicBezTo>
                        <a:pt x="13357" y="420"/>
                        <a:pt x="13265" y="386"/>
                        <a:pt x="13144" y="386"/>
                      </a:cubicBezTo>
                      <a:close/>
                      <a:moveTo>
                        <a:pt x="15222" y="386"/>
                      </a:moveTo>
                      <a:lnTo>
                        <a:pt x="14209" y="386"/>
                      </a:lnTo>
                      <a:cubicBezTo>
                        <a:pt x="14088" y="386"/>
                        <a:pt x="13985" y="420"/>
                        <a:pt x="13985" y="460"/>
                      </a:cubicBezTo>
                      <a:lnTo>
                        <a:pt x="13962" y="811"/>
                      </a:lnTo>
                      <a:cubicBezTo>
                        <a:pt x="13962" y="852"/>
                        <a:pt x="14059" y="892"/>
                        <a:pt x="14180" y="892"/>
                      </a:cubicBezTo>
                      <a:lnTo>
                        <a:pt x="15210" y="892"/>
                      </a:lnTo>
                      <a:cubicBezTo>
                        <a:pt x="15331" y="892"/>
                        <a:pt x="15429" y="852"/>
                        <a:pt x="15429" y="811"/>
                      </a:cubicBezTo>
                      <a:lnTo>
                        <a:pt x="15441" y="460"/>
                      </a:lnTo>
                      <a:cubicBezTo>
                        <a:pt x="15441" y="420"/>
                        <a:pt x="15343" y="386"/>
                        <a:pt x="15222" y="386"/>
                      </a:cubicBezTo>
                      <a:close/>
                      <a:moveTo>
                        <a:pt x="17299" y="386"/>
                      </a:moveTo>
                      <a:lnTo>
                        <a:pt x="16287" y="386"/>
                      </a:lnTo>
                      <a:cubicBezTo>
                        <a:pt x="16166" y="386"/>
                        <a:pt x="16074" y="420"/>
                        <a:pt x="16074" y="460"/>
                      </a:cubicBezTo>
                      <a:lnTo>
                        <a:pt x="16074" y="811"/>
                      </a:lnTo>
                      <a:cubicBezTo>
                        <a:pt x="16074" y="852"/>
                        <a:pt x="16171" y="892"/>
                        <a:pt x="16292" y="892"/>
                      </a:cubicBezTo>
                      <a:lnTo>
                        <a:pt x="17322" y="892"/>
                      </a:lnTo>
                      <a:cubicBezTo>
                        <a:pt x="17443" y="892"/>
                        <a:pt x="17547" y="852"/>
                        <a:pt x="17541" y="811"/>
                      </a:cubicBezTo>
                      <a:lnTo>
                        <a:pt x="17524" y="460"/>
                      </a:lnTo>
                      <a:cubicBezTo>
                        <a:pt x="17518" y="420"/>
                        <a:pt x="17426" y="386"/>
                        <a:pt x="17299" y="386"/>
                      </a:cubicBezTo>
                      <a:close/>
                      <a:moveTo>
                        <a:pt x="19383" y="386"/>
                      </a:moveTo>
                      <a:lnTo>
                        <a:pt x="18364" y="386"/>
                      </a:lnTo>
                      <a:cubicBezTo>
                        <a:pt x="18243" y="386"/>
                        <a:pt x="18151" y="420"/>
                        <a:pt x="18151" y="460"/>
                      </a:cubicBezTo>
                      <a:lnTo>
                        <a:pt x="18174" y="811"/>
                      </a:lnTo>
                      <a:cubicBezTo>
                        <a:pt x="18174" y="852"/>
                        <a:pt x="18272" y="892"/>
                        <a:pt x="18393" y="892"/>
                      </a:cubicBezTo>
                      <a:lnTo>
                        <a:pt x="19423" y="892"/>
                      </a:lnTo>
                      <a:cubicBezTo>
                        <a:pt x="19544" y="892"/>
                        <a:pt x="19642" y="852"/>
                        <a:pt x="19642" y="811"/>
                      </a:cubicBezTo>
                      <a:lnTo>
                        <a:pt x="19601" y="460"/>
                      </a:lnTo>
                      <a:cubicBezTo>
                        <a:pt x="19601" y="420"/>
                        <a:pt x="19503" y="386"/>
                        <a:pt x="19383" y="386"/>
                      </a:cubicBezTo>
                      <a:close/>
                      <a:moveTo>
                        <a:pt x="21460" y="386"/>
                      </a:moveTo>
                      <a:lnTo>
                        <a:pt x="20447" y="386"/>
                      </a:lnTo>
                      <a:cubicBezTo>
                        <a:pt x="20321" y="386"/>
                        <a:pt x="20229" y="420"/>
                        <a:pt x="20234" y="460"/>
                      </a:cubicBezTo>
                      <a:lnTo>
                        <a:pt x="20280" y="811"/>
                      </a:lnTo>
                      <a:cubicBezTo>
                        <a:pt x="20286" y="852"/>
                        <a:pt x="20390" y="892"/>
                        <a:pt x="20511" y="892"/>
                      </a:cubicBezTo>
                      <a:lnTo>
                        <a:pt x="21541" y="892"/>
                      </a:lnTo>
                      <a:cubicBezTo>
                        <a:pt x="21662" y="892"/>
                        <a:pt x="21754" y="852"/>
                        <a:pt x="21748" y="811"/>
                      </a:cubicBezTo>
                      <a:lnTo>
                        <a:pt x="21690" y="460"/>
                      </a:lnTo>
                      <a:cubicBezTo>
                        <a:pt x="21685" y="420"/>
                        <a:pt x="21575" y="386"/>
                        <a:pt x="21460" y="386"/>
                      </a:cubicBezTo>
                      <a:close/>
                      <a:moveTo>
                        <a:pt x="23538" y="386"/>
                      </a:moveTo>
                      <a:lnTo>
                        <a:pt x="22525" y="386"/>
                      </a:lnTo>
                      <a:cubicBezTo>
                        <a:pt x="22404" y="386"/>
                        <a:pt x="22318" y="420"/>
                        <a:pt x="22323" y="460"/>
                      </a:cubicBezTo>
                      <a:lnTo>
                        <a:pt x="22387" y="811"/>
                      </a:lnTo>
                      <a:cubicBezTo>
                        <a:pt x="22392" y="852"/>
                        <a:pt x="22502" y="892"/>
                        <a:pt x="22623" y="892"/>
                      </a:cubicBezTo>
                      <a:lnTo>
                        <a:pt x="23653" y="892"/>
                      </a:lnTo>
                      <a:cubicBezTo>
                        <a:pt x="23774" y="892"/>
                        <a:pt x="23871" y="852"/>
                        <a:pt x="23854" y="811"/>
                      </a:cubicBezTo>
                      <a:lnTo>
                        <a:pt x="23774" y="460"/>
                      </a:lnTo>
                      <a:cubicBezTo>
                        <a:pt x="23762" y="420"/>
                        <a:pt x="23653" y="386"/>
                        <a:pt x="23538" y="386"/>
                      </a:cubicBezTo>
                      <a:close/>
                      <a:moveTo>
                        <a:pt x="25615" y="386"/>
                      </a:moveTo>
                      <a:lnTo>
                        <a:pt x="24602" y="386"/>
                      </a:lnTo>
                      <a:cubicBezTo>
                        <a:pt x="24481" y="386"/>
                        <a:pt x="24395" y="420"/>
                        <a:pt x="24401" y="460"/>
                      </a:cubicBezTo>
                      <a:lnTo>
                        <a:pt x="24487" y="811"/>
                      </a:lnTo>
                      <a:cubicBezTo>
                        <a:pt x="24493" y="852"/>
                        <a:pt x="24608" y="892"/>
                        <a:pt x="24735" y="892"/>
                      </a:cubicBezTo>
                      <a:lnTo>
                        <a:pt x="25759" y="892"/>
                      </a:lnTo>
                      <a:cubicBezTo>
                        <a:pt x="25886" y="892"/>
                        <a:pt x="25972" y="852"/>
                        <a:pt x="25960" y="811"/>
                      </a:cubicBezTo>
                      <a:lnTo>
                        <a:pt x="25863" y="460"/>
                      </a:lnTo>
                      <a:cubicBezTo>
                        <a:pt x="25840" y="420"/>
                        <a:pt x="25730" y="386"/>
                        <a:pt x="25615" y="386"/>
                      </a:cubicBezTo>
                      <a:close/>
                      <a:moveTo>
                        <a:pt x="27698" y="386"/>
                      </a:moveTo>
                      <a:lnTo>
                        <a:pt x="26680" y="386"/>
                      </a:lnTo>
                      <a:cubicBezTo>
                        <a:pt x="26559" y="386"/>
                        <a:pt x="26473" y="420"/>
                        <a:pt x="26490" y="460"/>
                      </a:cubicBezTo>
                      <a:lnTo>
                        <a:pt x="26593" y="811"/>
                      </a:lnTo>
                      <a:cubicBezTo>
                        <a:pt x="26611" y="852"/>
                        <a:pt x="26720" y="892"/>
                        <a:pt x="26841" y="892"/>
                      </a:cubicBezTo>
                      <a:lnTo>
                        <a:pt x="27871" y="892"/>
                      </a:lnTo>
                      <a:cubicBezTo>
                        <a:pt x="27992" y="892"/>
                        <a:pt x="28078" y="852"/>
                        <a:pt x="28061" y="811"/>
                      </a:cubicBezTo>
                      <a:lnTo>
                        <a:pt x="27934" y="460"/>
                      </a:lnTo>
                      <a:cubicBezTo>
                        <a:pt x="27929" y="420"/>
                        <a:pt x="27813" y="386"/>
                        <a:pt x="27698" y="386"/>
                      </a:cubicBezTo>
                      <a:close/>
                      <a:moveTo>
                        <a:pt x="30777" y="386"/>
                      </a:moveTo>
                      <a:lnTo>
                        <a:pt x="28763" y="386"/>
                      </a:lnTo>
                      <a:cubicBezTo>
                        <a:pt x="28636" y="386"/>
                        <a:pt x="28550" y="420"/>
                        <a:pt x="28573" y="460"/>
                      </a:cubicBezTo>
                      <a:lnTo>
                        <a:pt x="28711" y="811"/>
                      </a:lnTo>
                      <a:cubicBezTo>
                        <a:pt x="28723" y="852"/>
                        <a:pt x="28838" y="892"/>
                        <a:pt x="28964" y="892"/>
                      </a:cubicBezTo>
                      <a:lnTo>
                        <a:pt x="31013" y="892"/>
                      </a:lnTo>
                      <a:cubicBezTo>
                        <a:pt x="31134" y="892"/>
                        <a:pt x="31220" y="852"/>
                        <a:pt x="31197" y="811"/>
                      </a:cubicBezTo>
                      <a:lnTo>
                        <a:pt x="31042" y="460"/>
                      </a:lnTo>
                      <a:cubicBezTo>
                        <a:pt x="31013" y="420"/>
                        <a:pt x="30898" y="386"/>
                        <a:pt x="30777" y="386"/>
                      </a:cubicBezTo>
                      <a:close/>
                      <a:moveTo>
                        <a:pt x="30259" y="1565"/>
                      </a:moveTo>
                      <a:lnTo>
                        <a:pt x="31307" y="1565"/>
                      </a:lnTo>
                      <a:cubicBezTo>
                        <a:pt x="31427" y="1565"/>
                        <a:pt x="31514" y="1531"/>
                        <a:pt x="31497" y="1485"/>
                      </a:cubicBezTo>
                      <a:lnTo>
                        <a:pt x="31330" y="1116"/>
                      </a:lnTo>
                      <a:cubicBezTo>
                        <a:pt x="31307" y="1076"/>
                        <a:pt x="31192" y="1042"/>
                        <a:pt x="31071" y="1042"/>
                      </a:cubicBezTo>
                      <a:lnTo>
                        <a:pt x="30041" y="1042"/>
                      </a:lnTo>
                      <a:cubicBezTo>
                        <a:pt x="29920" y="1042"/>
                        <a:pt x="29833" y="1076"/>
                        <a:pt x="29845" y="1116"/>
                      </a:cubicBezTo>
                      <a:lnTo>
                        <a:pt x="30000" y="1485"/>
                      </a:lnTo>
                      <a:cubicBezTo>
                        <a:pt x="30012" y="1531"/>
                        <a:pt x="30133" y="1565"/>
                        <a:pt x="30259" y="1565"/>
                      </a:cubicBezTo>
                      <a:close/>
                      <a:moveTo>
                        <a:pt x="28101" y="1565"/>
                      </a:moveTo>
                      <a:lnTo>
                        <a:pt x="29149" y="1565"/>
                      </a:lnTo>
                      <a:cubicBezTo>
                        <a:pt x="29269" y="1565"/>
                        <a:pt x="29367" y="1531"/>
                        <a:pt x="29344" y="1485"/>
                      </a:cubicBezTo>
                      <a:lnTo>
                        <a:pt x="29200" y="1116"/>
                      </a:lnTo>
                      <a:cubicBezTo>
                        <a:pt x="29183" y="1076"/>
                        <a:pt x="29068" y="1042"/>
                        <a:pt x="28947" y="1042"/>
                      </a:cubicBezTo>
                      <a:lnTo>
                        <a:pt x="27917" y="1042"/>
                      </a:lnTo>
                      <a:cubicBezTo>
                        <a:pt x="27796" y="1042"/>
                        <a:pt x="27710" y="1076"/>
                        <a:pt x="27727" y="1116"/>
                      </a:cubicBezTo>
                      <a:lnTo>
                        <a:pt x="27854" y="1485"/>
                      </a:lnTo>
                      <a:cubicBezTo>
                        <a:pt x="27859" y="1531"/>
                        <a:pt x="27975" y="1565"/>
                        <a:pt x="28101" y="1565"/>
                      </a:cubicBezTo>
                      <a:close/>
                      <a:moveTo>
                        <a:pt x="25949" y="1565"/>
                      </a:moveTo>
                      <a:lnTo>
                        <a:pt x="26996" y="1565"/>
                      </a:lnTo>
                      <a:cubicBezTo>
                        <a:pt x="27123" y="1565"/>
                        <a:pt x="27215" y="1531"/>
                        <a:pt x="27198" y="1485"/>
                      </a:cubicBezTo>
                      <a:lnTo>
                        <a:pt x="27077" y="1116"/>
                      </a:lnTo>
                      <a:cubicBezTo>
                        <a:pt x="27065" y="1076"/>
                        <a:pt x="26956" y="1042"/>
                        <a:pt x="26824" y="1042"/>
                      </a:cubicBezTo>
                      <a:lnTo>
                        <a:pt x="25799" y="1042"/>
                      </a:lnTo>
                      <a:cubicBezTo>
                        <a:pt x="25673" y="1042"/>
                        <a:pt x="25581" y="1076"/>
                        <a:pt x="25598" y="1116"/>
                      </a:cubicBezTo>
                      <a:lnTo>
                        <a:pt x="25696" y="1485"/>
                      </a:lnTo>
                      <a:cubicBezTo>
                        <a:pt x="25713" y="1531"/>
                        <a:pt x="25828" y="1565"/>
                        <a:pt x="25949" y="1565"/>
                      </a:cubicBezTo>
                      <a:close/>
                      <a:moveTo>
                        <a:pt x="23791" y="1565"/>
                      </a:moveTo>
                      <a:lnTo>
                        <a:pt x="24838" y="1565"/>
                      </a:lnTo>
                      <a:cubicBezTo>
                        <a:pt x="24965" y="1565"/>
                        <a:pt x="25057" y="1531"/>
                        <a:pt x="25051" y="1485"/>
                      </a:cubicBezTo>
                      <a:lnTo>
                        <a:pt x="24953" y="1116"/>
                      </a:lnTo>
                      <a:cubicBezTo>
                        <a:pt x="24942" y="1076"/>
                        <a:pt x="24832" y="1042"/>
                        <a:pt x="24712" y="1042"/>
                      </a:cubicBezTo>
                      <a:lnTo>
                        <a:pt x="23681" y="1042"/>
                      </a:lnTo>
                      <a:cubicBezTo>
                        <a:pt x="23561" y="1042"/>
                        <a:pt x="23463" y="1076"/>
                        <a:pt x="23474" y="1116"/>
                      </a:cubicBezTo>
                      <a:lnTo>
                        <a:pt x="23549" y="1485"/>
                      </a:lnTo>
                      <a:cubicBezTo>
                        <a:pt x="23561" y="1531"/>
                        <a:pt x="23670" y="1565"/>
                        <a:pt x="23791" y="1565"/>
                      </a:cubicBezTo>
                      <a:close/>
                      <a:moveTo>
                        <a:pt x="21638" y="1565"/>
                      </a:moveTo>
                      <a:lnTo>
                        <a:pt x="22692" y="1565"/>
                      </a:lnTo>
                      <a:cubicBezTo>
                        <a:pt x="22812" y="1565"/>
                        <a:pt x="22905" y="1531"/>
                        <a:pt x="22899" y="1485"/>
                      </a:cubicBezTo>
                      <a:lnTo>
                        <a:pt x="22824" y="1116"/>
                      </a:lnTo>
                      <a:cubicBezTo>
                        <a:pt x="22818" y="1076"/>
                        <a:pt x="22709" y="1042"/>
                        <a:pt x="22588" y="1042"/>
                      </a:cubicBezTo>
                      <a:lnTo>
                        <a:pt x="21558" y="1042"/>
                      </a:lnTo>
                      <a:cubicBezTo>
                        <a:pt x="21437" y="1042"/>
                        <a:pt x="21345" y="1076"/>
                        <a:pt x="21351" y="1116"/>
                      </a:cubicBezTo>
                      <a:lnTo>
                        <a:pt x="21408" y="1485"/>
                      </a:lnTo>
                      <a:cubicBezTo>
                        <a:pt x="21408" y="1531"/>
                        <a:pt x="21518" y="1565"/>
                        <a:pt x="21638" y="1565"/>
                      </a:cubicBezTo>
                      <a:close/>
                      <a:moveTo>
                        <a:pt x="19486" y="1565"/>
                      </a:moveTo>
                      <a:lnTo>
                        <a:pt x="20539" y="1565"/>
                      </a:lnTo>
                      <a:cubicBezTo>
                        <a:pt x="20660" y="1565"/>
                        <a:pt x="20764" y="1531"/>
                        <a:pt x="20752" y="1485"/>
                      </a:cubicBezTo>
                      <a:lnTo>
                        <a:pt x="20706" y="1116"/>
                      </a:lnTo>
                      <a:cubicBezTo>
                        <a:pt x="20695" y="1076"/>
                        <a:pt x="20597" y="1042"/>
                        <a:pt x="20476" y="1042"/>
                      </a:cubicBezTo>
                      <a:lnTo>
                        <a:pt x="19446" y="1042"/>
                      </a:lnTo>
                      <a:cubicBezTo>
                        <a:pt x="19325" y="1042"/>
                        <a:pt x="19221" y="1076"/>
                        <a:pt x="19227" y="1116"/>
                      </a:cubicBezTo>
                      <a:lnTo>
                        <a:pt x="19268" y="1485"/>
                      </a:lnTo>
                      <a:cubicBezTo>
                        <a:pt x="19256" y="1531"/>
                        <a:pt x="19360" y="1565"/>
                        <a:pt x="19486" y="1565"/>
                      </a:cubicBezTo>
                      <a:close/>
                      <a:moveTo>
                        <a:pt x="17328" y="1565"/>
                      </a:moveTo>
                      <a:lnTo>
                        <a:pt x="18381" y="1565"/>
                      </a:lnTo>
                      <a:cubicBezTo>
                        <a:pt x="18502" y="1565"/>
                        <a:pt x="18606" y="1531"/>
                        <a:pt x="18606" y="1485"/>
                      </a:cubicBezTo>
                      <a:lnTo>
                        <a:pt x="18571" y="1116"/>
                      </a:lnTo>
                      <a:cubicBezTo>
                        <a:pt x="18571" y="1076"/>
                        <a:pt x="18468" y="1042"/>
                        <a:pt x="18341" y="1042"/>
                      </a:cubicBezTo>
                      <a:lnTo>
                        <a:pt x="17317" y="1042"/>
                      </a:lnTo>
                      <a:cubicBezTo>
                        <a:pt x="17190" y="1042"/>
                        <a:pt x="17092" y="1076"/>
                        <a:pt x="17092" y="1116"/>
                      </a:cubicBezTo>
                      <a:lnTo>
                        <a:pt x="17098" y="1485"/>
                      </a:lnTo>
                      <a:cubicBezTo>
                        <a:pt x="17098" y="1531"/>
                        <a:pt x="17207" y="1565"/>
                        <a:pt x="17328" y="1565"/>
                      </a:cubicBezTo>
                      <a:close/>
                      <a:moveTo>
                        <a:pt x="15176" y="1565"/>
                      </a:moveTo>
                      <a:lnTo>
                        <a:pt x="16229" y="1565"/>
                      </a:lnTo>
                      <a:cubicBezTo>
                        <a:pt x="16350" y="1565"/>
                        <a:pt x="16453" y="1531"/>
                        <a:pt x="16453" y="1485"/>
                      </a:cubicBezTo>
                      <a:lnTo>
                        <a:pt x="16453" y="1116"/>
                      </a:lnTo>
                      <a:cubicBezTo>
                        <a:pt x="16453" y="1076"/>
                        <a:pt x="16350" y="1042"/>
                        <a:pt x="16229" y="1042"/>
                      </a:cubicBezTo>
                      <a:lnTo>
                        <a:pt x="15199" y="1042"/>
                      </a:lnTo>
                      <a:cubicBezTo>
                        <a:pt x="15078" y="1042"/>
                        <a:pt x="14974" y="1076"/>
                        <a:pt x="14974" y="1116"/>
                      </a:cubicBezTo>
                      <a:lnTo>
                        <a:pt x="14963" y="1485"/>
                      </a:lnTo>
                      <a:cubicBezTo>
                        <a:pt x="14951" y="1531"/>
                        <a:pt x="15049" y="1565"/>
                        <a:pt x="15176" y="1565"/>
                      </a:cubicBezTo>
                      <a:close/>
                      <a:moveTo>
                        <a:pt x="13018" y="1565"/>
                      </a:moveTo>
                      <a:lnTo>
                        <a:pt x="14071" y="1565"/>
                      </a:lnTo>
                      <a:cubicBezTo>
                        <a:pt x="14192" y="1565"/>
                        <a:pt x="14301" y="1531"/>
                        <a:pt x="14301" y="1485"/>
                      </a:cubicBezTo>
                      <a:lnTo>
                        <a:pt x="14324" y="1116"/>
                      </a:lnTo>
                      <a:cubicBezTo>
                        <a:pt x="14324" y="1076"/>
                        <a:pt x="14226" y="1042"/>
                        <a:pt x="14105" y="1042"/>
                      </a:cubicBezTo>
                      <a:lnTo>
                        <a:pt x="13075" y="1042"/>
                      </a:lnTo>
                      <a:cubicBezTo>
                        <a:pt x="12954" y="1042"/>
                        <a:pt x="12857" y="1076"/>
                        <a:pt x="12845" y="1116"/>
                      </a:cubicBezTo>
                      <a:lnTo>
                        <a:pt x="12811" y="1485"/>
                      </a:lnTo>
                      <a:cubicBezTo>
                        <a:pt x="12799" y="1531"/>
                        <a:pt x="12897" y="1565"/>
                        <a:pt x="13018" y="1565"/>
                      </a:cubicBezTo>
                      <a:close/>
                      <a:moveTo>
                        <a:pt x="10871" y="1565"/>
                      </a:moveTo>
                      <a:lnTo>
                        <a:pt x="11919" y="1565"/>
                      </a:lnTo>
                      <a:cubicBezTo>
                        <a:pt x="12045" y="1565"/>
                        <a:pt x="12149" y="1531"/>
                        <a:pt x="12160" y="1485"/>
                      </a:cubicBezTo>
                      <a:lnTo>
                        <a:pt x="12201" y="1116"/>
                      </a:lnTo>
                      <a:cubicBezTo>
                        <a:pt x="12206" y="1076"/>
                        <a:pt x="12109" y="1042"/>
                        <a:pt x="11988" y="1042"/>
                      </a:cubicBezTo>
                      <a:lnTo>
                        <a:pt x="10958" y="1042"/>
                      </a:lnTo>
                      <a:cubicBezTo>
                        <a:pt x="10837" y="1042"/>
                        <a:pt x="10727" y="1076"/>
                        <a:pt x="10716" y="1116"/>
                      </a:cubicBezTo>
                      <a:lnTo>
                        <a:pt x="10653" y="1485"/>
                      </a:lnTo>
                      <a:cubicBezTo>
                        <a:pt x="10647" y="1531"/>
                        <a:pt x="10739" y="1565"/>
                        <a:pt x="10871" y="1565"/>
                      </a:cubicBezTo>
                      <a:close/>
                      <a:moveTo>
                        <a:pt x="8713" y="1565"/>
                      </a:moveTo>
                      <a:lnTo>
                        <a:pt x="9761" y="1565"/>
                      </a:lnTo>
                      <a:cubicBezTo>
                        <a:pt x="9887" y="1565"/>
                        <a:pt x="9991" y="1531"/>
                        <a:pt x="10008" y="1485"/>
                      </a:cubicBezTo>
                      <a:lnTo>
                        <a:pt x="10077" y="1116"/>
                      </a:lnTo>
                      <a:cubicBezTo>
                        <a:pt x="10089" y="1076"/>
                        <a:pt x="9991" y="1042"/>
                        <a:pt x="9870" y="1042"/>
                      </a:cubicBezTo>
                      <a:lnTo>
                        <a:pt x="8834" y="1042"/>
                      </a:lnTo>
                      <a:cubicBezTo>
                        <a:pt x="8713" y="1042"/>
                        <a:pt x="8604" y="1076"/>
                        <a:pt x="8592" y="1116"/>
                      </a:cubicBezTo>
                      <a:lnTo>
                        <a:pt x="8506" y="1485"/>
                      </a:lnTo>
                      <a:cubicBezTo>
                        <a:pt x="8494" y="1531"/>
                        <a:pt x="8592" y="1565"/>
                        <a:pt x="8713" y="1565"/>
                      </a:cubicBezTo>
                      <a:close/>
                      <a:moveTo>
                        <a:pt x="6561" y="1565"/>
                      </a:moveTo>
                      <a:lnTo>
                        <a:pt x="7614" y="1565"/>
                      </a:lnTo>
                      <a:cubicBezTo>
                        <a:pt x="7735" y="1565"/>
                        <a:pt x="7850" y="1531"/>
                        <a:pt x="7856" y="1485"/>
                      </a:cubicBezTo>
                      <a:lnTo>
                        <a:pt x="7948" y="1116"/>
                      </a:lnTo>
                      <a:cubicBezTo>
                        <a:pt x="7965" y="1076"/>
                        <a:pt x="7873" y="1042"/>
                        <a:pt x="7746" y="1042"/>
                      </a:cubicBezTo>
                      <a:lnTo>
                        <a:pt x="6722" y="1042"/>
                      </a:lnTo>
                      <a:cubicBezTo>
                        <a:pt x="6595" y="1042"/>
                        <a:pt x="6492" y="1076"/>
                        <a:pt x="6475" y="1116"/>
                      </a:cubicBezTo>
                      <a:lnTo>
                        <a:pt x="6365" y="1485"/>
                      </a:lnTo>
                      <a:cubicBezTo>
                        <a:pt x="6348" y="1531"/>
                        <a:pt x="6434" y="1565"/>
                        <a:pt x="6561" y="1565"/>
                      </a:cubicBezTo>
                      <a:close/>
                      <a:moveTo>
                        <a:pt x="4403" y="1565"/>
                      </a:moveTo>
                      <a:lnTo>
                        <a:pt x="5456" y="1565"/>
                      </a:lnTo>
                      <a:cubicBezTo>
                        <a:pt x="5577" y="1565"/>
                        <a:pt x="5692" y="1531"/>
                        <a:pt x="5703" y="1485"/>
                      </a:cubicBezTo>
                      <a:lnTo>
                        <a:pt x="5818" y="1116"/>
                      </a:lnTo>
                      <a:cubicBezTo>
                        <a:pt x="5836" y="1076"/>
                        <a:pt x="5749" y="1042"/>
                        <a:pt x="5617" y="1042"/>
                      </a:cubicBezTo>
                      <a:lnTo>
                        <a:pt x="4593" y="1042"/>
                      </a:lnTo>
                      <a:cubicBezTo>
                        <a:pt x="4466" y="1042"/>
                        <a:pt x="4351" y="1076"/>
                        <a:pt x="4339" y="1116"/>
                      </a:cubicBezTo>
                      <a:lnTo>
                        <a:pt x="4207" y="1485"/>
                      </a:lnTo>
                      <a:cubicBezTo>
                        <a:pt x="4196" y="1531"/>
                        <a:pt x="4282" y="1565"/>
                        <a:pt x="4403" y="1565"/>
                      </a:cubicBezTo>
                      <a:close/>
                      <a:moveTo>
                        <a:pt x="1209" y="1565"/>
                      </a:moveTo>
                      <a:lnTo>
                        <a:pt x="3298" y="1565"/>
                      </a:lnTo>
                      <a:cubicBezTo>
                        <a:pt x="3419" y="1565"/>
                        <a:pt x="3534" y="1531"/>
                        <a:pt x="3557" y="1485"/>
                      </a:cubicBezTo>
                      <a:lnTo>
                        <a:pt x="3689" y="1116"/>
                      </a:lnTo>
                      <a:cubicBezTo>
                        <a:pt x="3706" y="1076"/>
                        <a:pt x="3620" y="1042"/>
                        <a:pt x="3499" y="1042"/>
                      </a:cubicBezTo>
                      <a:lnTo>
                        <a:pt x="1439" y="1042"/>
                      </a:lnTo>
                      <a:cubicBezTo>
                        <a:pt x="1318" y="1042"/>
                        <a:pt x="1203" y="1076"/>
                        <a:pt x="1180" y="1116"/>
                      </a:cubicBezTo>
                      <a:lnTo>
                        <a:pt x="1013" y="1485"/>
                      </a:lnTo>
                      <a:cubicBezTo>
                        <a:pt x="1002" y="1531"/>
                        <a:pt x="1088" y="1565"/>
                        <a:pt x="1209" y="1565"/>
                      </a:cubicBezTo>
                      <a:close/>
                      <a:moveTo>
                        <a:pt x="26732" y="2273"/>
                      </a:moveTo>
                      <a:lnTo>
                        <a:pt x="27802" y="2273"/>
                      </a:lnTo>
                      <a:cubicBezTo>
                        <a:pt x="27934" y="2273"/>
                        <a:pt x="28021" y="2233"/>
                        <a:pt x="28003" y="2187"/>
                      </a:cubicBezTo>
                      <a:lnTo>
                        <a:pt x="27877" y="1801"/>
                      </a:lnTo>
                      <a:cubicBezTo>
                        <a:pt x="27859" y="1761"/>
                        <a:pt x="27744" y="1727"/>
                        <a:pt x="27618" y="1727"/>
                      </a:cubicBezTo>
                      <a:lnTo>
                        <a:pt x="26565" y="1727"/>
                      </a:lnTo>
                      <a:cubicBezTo>
                        <a:pt x="26444" y="1727"/>
                        <a:pt x="26352" y="1761"/>
                        <a:pt x="26363" y="1801"/>
                      </a:cubicBezTo>
                      <a:lnTo>
                        <a:pt x="26478" y="2187"/>
                      </a:lnTo>
                      <a:cubicBezTo>
                        <a:pt x="26490" y="2227"/>
                        <a:pt x="26605" y="2273"/>
                        <a:pt x="26732" y="2273"/>
                      </a:cubicBezTo>
                      <a:close/>
                      <a:moveTo>
                        <a:pt x="24533" y="2273"/>
                      </a:moveTo>
                      <a:lnTo>
                        <a:pt x="25604" y="2273"/>
                      </a:lnTo>
                      <a:cubicBezTo>
                        <a:pt x="25730" y="2273"/>
                        <a:pt x="25828" y="2233"/>
                        <a:pt x="25811" y="2187"/>
                      </a:cubicBezTo>
                      <a:lnTo>
                        <a:pt x="25701" y="1801"/>
                      </a:lnTo>
                      <a:cubicBezTo>
                        <a:pt x="25690" y="1761"/>
                        <a:pt x="25581" y="1727"/>
                        <a:pt x="25454" y="1727"/>
                      </a:cubicBezTo>
                      <a:lnTo>
                        <a:pt x="24401" y="1727"/>
                      </a:lnTo>
                      <a:cubicBezTo>
                        <a:pt x="24280" y="1727"/>
                        <a:pt x="24188" y="1761"/>
                        <a:pt x="24194" y="1801"/>
                      </a:cubicBezTo>
                      <a:lnTo>
                        <a:pt x="24280" y="2187"/>
                      </a:lnTo>
                      <a:cubicBezTo>
                        <a:pt x="24286" y="2227"/>
                        <a:pt x="24401" y="2273"/>
                        <a:pt x="24533" y="2273"/>
                      </a:cubicBezTo>
                      <a:close/>
                      <a:moveTo>
                        <a:pt x="22329" y="2273"/>
                      </a:moveTo>
                      <a:lnTo>
                        <a:pt x="23399" y="2273"/>
                      </a:lnTo>
                      <a:cubicBezTo>
                        <a:pt x="23532" y="2273"/>
                        <a:pt x="23624" y="2233"/>
                        <a:pt x="23618" y="2187"/>
                      </a:cubicBezTo>
                      <a:lnTo>
                        <a:pt x="23538" y="1801"/>
                      </a:lnTo>
                      <a:cubicBezTo>
                        <a:pt x="23532" y="1761"/>
                        <a:pt x="23417" y="1727"/>
                        <a:pt x="23296" y="1727"/>
                      </a:cubicBezTo>
                      <a:lnTo>
                        <a:pt x="22243" y="1727"/>
                      </a:lnTo>
                      <a:cubicBezTo>
                        <a:pt x="22122" y="1727"/>
                        <a:pt x="22018" y="1761"/>
                        <a:pt x="22030" y="1801"/>
                      </a:cubicBezTo>
                      <a:lnTo>
                        <a:pt x="22093" y="2187"/>
                      </a:lnTo>
                      <a:cubicBezTo>
                        <a:pt x="22093" y="2227"/>
                        <a:pt x="22202" y="2273"/>
                        <a:pt x="22329" y="2273"/>
                      </a:cubicBezTo>
                      <a:close/>
                      <a:moveTo>
                        <a:pt x="20131" y="2273"/>
                      </a:moveTo>
                      <a:lnTo>
                        <a:pt x="21201" y="2273"/>
                      </a:lnTo>
                      <a:cubicBezTo>
                        <a:pt x="21328" y="2273"/>
                        <a:pt x="21426" y="2233"/>
                        <a:pt x="21414" y="2187"/>
                      </a:cubicBezTo>
                      <a:lnTo>
                        <a:pt x="21357" y="1801"/>
                      </a:lnTo>
                      <a:cubicBezTo>
                        <a:pt x="21351" y="1761"/>
                        <a:pt x="21241" y="1727"/>
                        <a:pt x="21121" y="1727"/>
                      </a:cubicBezTo>
                      <a:lnTo>
                        <a:pt x="20073" y="1727"/>
                      </a:lnTo>
                      <a:cubicBezTo>
                        <a:pt x="19947" y="1727"/>
                        <a:pt x="19849" y="1761"/>
                        <a:pt x="19855" y="1801"/>
                      </a:cubicBezTo>
                      <a:lnTo>
                        <a:pt x="19901" y="2187"/>
                      </a:lnTo>
                      <a:cubicBezTo>
                        <a:pt x="19889" y="2227"/>
                        <a:pt x="19998" y="2273"/>
                        <a:pt x="20131" y="2273"/>
                      </a:cubicBezTo>
                      <a:close/>
                      <a:moveTo>
                        <a:pt x="17927" y="2273"/>
                      </a:moveTo>
                      <a:lnTo>
                        <a:pt x="18997" y="2273"/>
                      </a:lnTo>
                      <a:cubicBezTo>
                        <a:pt x="19129" y="2273"/>
                        <a:pt x="19227" y="2233"/>
                        <a:pt x="19221" y="2187"/>
                      </a:cubicBezTo>
                      <a:lnTo>
                        <a:pt x="19187" y="1801"/>
                      </a:lnTo>
                      <a:cubicBezTo>
                        <a:pt x="19181" y="1761"/>
                        <a:pt x="19078" y="1727"/>
                        <a:pt x="18951" y="1727"/>
                      </a:cubicBezTo>
                      <a:lnTo>
                        <a:pt x="17898" y="1727"/>
                      </a:lnTo>
                      <a:cubicBezTo>
                        <a:pt x="17777" y="1727"/>
                        <a:pt x="17673" y="1761"/>
                        <a:pt x="17673" y="1801"/>
                      </a:cubicBezTo>
                      <a:lnTo>
                        <a:pt x="17691" y="2187"/>
                      </a:lnTo>
                      <a:cubicBezTo>
                        <a:pt x="17691" y="2227"/>
                        <a:pt x="17800" y="2273"/>
                        <a:pt x="17927" y="2273"/>
                      </a:cubicBezTo>
                      <a:close/>
                      <a:moveTo>
                        <a:pt x="15717" y="2273"/>
                      </a:moveTo>
                      <a:lnTo>
                        <a:pt x="16793" y="2273"/>
                      </a:lnTo>
                      <a:cubicBezTo>
                        <a:pt x="16920" y="2273"/>
                        <a:pt x="17017" y="2233"/>
                        <a:pt x="17017" y="2187"/>
                      </a:cubicBezTo>
                      <a:lnTo>
                        <a:pt x="17012" y="1801"/>
                      </a:lnTo>
                      <a:cubicBezTo>
                        <a:pt x="17012" y="1761"/>
                        <a:pt x="16914" y="1727"/>
                        <a:pt x="16781" y="1727"/>
                      </a:cubicBezTo>
                      <a:lnTo>
                        <a:pt x="15734" y="1727"/>
                      </a:lnTo>
                      <a:cubicBezTo>
                        <a:pt x="15613" y="1727"/>
                        <a:pt x="15504" y="1761"/>
                        <a:pt x="15504" y="1801"/>
                      </a:cubicBezTo>
                      <a:lnTo>
                        <a:pt x="15498" y="2187"/>
                      </a:lnTo>
                      <a:cubicBezTo>
                        <a:pt x="15487" y="2227"/>
                        <a:pt x="15596" y="2273"/>
                        <a:pt x="15717" y="2273"/>
                      </a:cubicBezTo>
                      <a:close/>
                      <a:moveTo>
                        <a:pt x="13518" y="2273"/>
                      </a:moveTo>
                      <a:lnTo>
                        <a:pt x="14589" y="2273"/>
                      </a:lnTo>
                      <a:cubicBezTo>
                        <a:pt x="14721" y="2273"/>
                        <a:pt x="14819" y="2233"/>
                        <a:pt x="14825" y="2187"/>
                      </a:cubicBezTo>
                      <a:lnTo>
                        <a:pt x="14842" y="1801"/>
                      </a:lnTo>
                      <a:cubicBezTo>
                        <a:pt x="14842" y="1761"/>
                        <a:pt x="14738" y="1727"/>
                        <a:pt x="14618" y="1727"/>
                      </a:cubicBezTo>
                      <a:lnTo>
                        <a:pt x="13570" y="1727"/>
                      </a:lnTo>
                      <a:cubicBezTo>
                        <a:pt x="13444" y="1727"/>
                        <a:pt x="13340" y="1761"/>
                        <a:pt x="13329" y="1801"/>
                      </a:cubicBezTo>
                      <a:lnTo>
                        <a:pt x="13294" y="2187"/>
                      </a:lnTo>
                      <a:cubicBezTo>
                        <a:pt x="13294" y="2227"/>
                        <a:pt x="13398" y="2273"/>
                        <a:pt x="13518" y="2273"/>
                      </a:cubicBezTo>
                      <a:close/>
                      <a:moveTo>
                        <a:pt x="11314" y="2273"/>
                      </a:moveTo>
                      <a:lnTo>
                        <a:pt x="12390" y="2273"/>
                      </a:lnTo>
                      <a:cubicBezTo>
                        <a:pt x="12517" y="2273"/>
                        <a:pt x="12626" y="2233"/>
                        <a:pt x="12626" y="2187"/>
                      </a:cubicBezTo>
                      <a:lnTo>
                        <a:pt x="12667" y="1801"/>
                      </a:lnTo>
                      <a:cubicBezTo>
                        <a:pt x="12678" y="1761"/>
                        <a:pt x="12575" y="1727"/>
                        <a:pt x="12454" y="1727"/>
                      </a:cubicBezTo>
                      <a:lnTo>
                        <a:pt x="11401" y="1727"/>
                      </a:lnTo>
                      <a:cubicBezTo>
                        <a:pt x="11280" y="1727"/>
                        <a:pt x="11170" y="1761"/>
                        <a:pt x="11165" y="1801"/>
                      </a:cubicBezTo>
                      <a:lnTo>
                        <a:pt x="11107" y="2187"/>
                      </a:lnTo>
                      <a:cubicBezTo>
                        <a:pt x="11096" y="2227"/>
                        <a:pt x="11193" y="2273"/>
                        <a:pt x="11314" y="2273"/>
                      </a:cubicBezTo>
                      <a:close/>
                      <a:moveTo>
                        <a:pt x="9116" y="2273"/>
                      </a:moveTo>
                      <a:lnTo>
                        <a:pt x="10186" y="2273"/>
                      </a:lnTo>
                      <a:cubicBezTo>
                        <a:pt x="10319" y="2273"/>
                        <a:pt x="10422" y="2233"/>
                        <a:pt x="10434" y="2187"/>
                      </a:cubicBezTo>
                      <a:lnTo>
                        <a:pt x="10497" y="1801"/>
                      </a:lnTo>
                      <a:cubicBezTo>
                        <a:pt x="10503" y="1761"/>
                        <a:pt x="10411" y="1727"/>
                        <a:pt x="10278" y="1727"/>
                      </a:cubicBezTo>
                      <a:lnTo>
                        <a:pt x="9231" y="1727"/>
                      </a:lnTo>
                      <a:cubicBezTo>
                        <a:pt x="9110" y="1727"/>
                        <a:pt x="8995" y="1761"/>
                        <a:pt x="8984" y="1801"/>
                      </a:cubicBezTo>
                      <a:lnTo>
                        <a:pt x="8909" y="2187"/>
                      </a:lnTo>
                      <a:cubicBezTo>
                        <a:pt x="8892" y="2227"/>
                        <a:pt x="8989" y="2273"/>
                        <a:pt x="9116" y="2273"/>
                      </a:cubicBezTo>
                      <a:close/>
                      <a:moveTo>
                        <a:pt x="6912" y="2273"/>
                      </a:moveTo>
                      <a:lnTo>
                        <a:pt x="7988" y="2273"/>
                      </a:lnTo>
                      <a:cubicBezTo>
                        <a:pt x="8115" y="2273"/>
                        <a:pt x="8224" y="2233"/>
                        <a:pt x="8236" y="2187"/>
                      </a:cubicBezTo>
                      <a:lnTo>
                        <a:pt x="8322" y="1801"/>
                      </a:lnTo>
                      <a:cubicBezTo>
                        <a:pt x="8333" y="1761"/>
                        <a:pt x="8247" y="1727"/>
                        <a:pt x="8115" y="1727"/>
                      </a:cubicBezTo>
                      <a:lnTo>
                        <a:pt x="7067" y="1727"/>
                      </a:lnTo>
                      <a:cubicBezTo>
                        <a:pt x="6941" y="1727"/>
                        <a:pt x="6826" y="1761"/>
                        <a:pt x="6814" y="1801"/>
                      </a:cubicBezTo>
                      <a:lnTo>
                        <a:pt x="6705" y="2187"/>
                      </a:lnTo>
                      <a:cubicBezTo>
                        <a:pt x="6699" y="2227"/>
                        <a:pt x="6791" y="2273"/>
                        <a:pt x="6912" y="2273"/>
                      </a:cubicBezTo>
                      <a:close/>
                      <a:moveTo>
                        <a:pt x="4714" y="2273"/>
                      </a:moveTo>
                      <a:lnTo>
                        <a:pt x="5784" y="2273"/>
                      </a:lnTo>
                      <a:cubicBezTo>
                        <a:pt x="5916" y="2273"/>
                        <a:pt x="6031" y="2233"/>
                        <a:pt x="6043" y="2187"/>
                      </a:cubicBezTo>
                      <a:lnTo>
                        <a:pt x="6158" y="1801"/>
                      </a:lnTo>
                      <a:cubicBezTo>
                        <a:pt x="6170" y="1761"/>
                        <a:pt x="6077" y="1727"/>
                        <a:pt x="5957" y="1727"/>
                      </a:cubicBezTo>
                      <a:lnTo>
                        <a:pt x="4903" y="1727"/>
                      </a:lnTo>
                      <a:cubicBezTo>
                        <a:pt x="4783" y="1727"/>
                        <a:pt x="4668" y="1761"/>
                        <a:pt x="4645" y="1801"/>
                      </a:cubicBezTo>
                      <a:lnTo>
                        <a:pt x="4518" y="2187"/>
                      </a:lnTo>
                      <a:cubicBezTo>
                        <a:pt x="4495" y="2227"/>
                        <a:pt x="4593" y="2273"/>
                        <a:pt x="4714" y="2273"/>
                      </a:cubicBezTo>
                      <a:close/>
                      <a:moveTo>
                        <a:pt x="892" y="2273"/>
                      </a:moveTo>
                      <a:lnTo>
                        <a:pt x="3586" y="2273"/>
                      </a:lnTo>
                      <a:cubicBezTo>
                        <a:pt x="3712" y="2273"/>
                        <a:pt x="3827" y="2233"/>
                        <a:pt x="3845" y="2187"/>
                      </a:cubicBezTo>
                      <a:lnTo>
                        <a:pt x="3977" y="1801"/>
                      </a:lnTo>
                      <a:cubicBezTo>
                        <a:pt x="3994" y="1761"/>
                        <a:pt x="3908" y="1727"/>
                        <a:pt x="3776" y="1727"/>
                      </a:cubicBezTo>
                      <a:lnTo>
                        <a:pt x="1140" y="1727"/>
                      </a:lnTo>
                      <a:cubicBezTo>
                        <a:pt x="1013" y="1727"/>
                        <a:pt x="892" y="1761"/>
                        <a:pt x="869" y="1801"/>
                      </a:cubicBezTo>
                      <a:lnTo>
                        <a:pt x="697" y="2187"/>
                      </a:lnTo>
                      <a:cubicBezTo>
                        <a:pt x="685" y="2227"/>
                        <a:pt x="772" y="2273"/>
                        <a:pt x="892" y="2273"/>
                      </a:cubicBezTo>
                      <a:close/>
                      <a:moveTo>
                        <a:pt x="28936" y="2273"/>
                      </a:moveTo>
                      <a:lnTo>
                        <a:pt x="31623" y="2273"/>
                      </a:lnTo>
                      <a:cubicBezTo>
                        <a:pt x="31755" y="2273"/>
                        <a:pt x="31842" y="2233"/>
                        <a:pt x="31819" y="2187"/>
                      </a:cubicBezTo>
                      <a:lnTo>
                        <a:pt x="31646" y="1801"/>
                      </a:lnTo>
                      <a:cubicBezTo>
                        <a:pt x="31623" y="1761"/>
                        <a:pt x="31508" y="1727"/>
                        <a:pt x="31381" y="1727"/>
                      </a:cubicBezTo>
                      <a:lnTo>
                        <a:pt x="28734" y="1727"/>
                      </a:lnTo>
                      <a:cubicBezTo>
                        <a:pt x="28608" y="1727"/>
                        <a:pt x="28516" y="1761"/>
                        <a:pt x="28533" y="1801"/>
                      </a:cubicBezTo>
                      <a:lnTo>
                        <a:pt x="28665" y="2187"/>
                      </a:lnTo>
                      <a:cubicBezTo>
                        <a:pt x="28688" y="2227"/>
                        <a:pt x="28803" y="2273"/>
                        <a:pt x="28936" y="2273"/>
                      </a:cubicBezTo>
                      <a:close/>
                      <a:moveTo>
                        <a:pt x="25840" y="2998"/>
                      </a:moveTo>
                      <a:lnTo>
                        <a:pt x="26933" y="2998"/>
                      </a:lnTo>
                      <a:cubicBezTo>
                        <a:pt x="27065" y="2998"/>
                        <a:pt x="27157" y="2964"/>
                        <a:pt x="27140" y="2912"/>
                      </a:cubicBezTo>
                      <a:lnTo>
                        <a:pt x="27019" y="2515"/>
                      </a:lnTo>
                      <a:cubicBezTo>
                        <a:pt x="27008" y="2463"/>
                        <a:pt x="26893" y="2429"/>
                        <a:pt x="26760" y="2429"/>
                      </a:cubicBezTo>
                      <a:lnTo>
                        <a:pt x="25690" y="2429"/>
                      </a:lnTo>
                      <a:cubicBezTo>
                        <a:pt x="25558" y="2429"/>
                        <a:pt x="25465" y="2463"/>
                        <a:pt x="25483" y="2515"/>
                      </a:cubicBezTo>
                      <a:lnTo>
                        <a:pt x="25586" y="2912"/>
                      </a:lnTo>
                      <a:cubicBezTo>
                        <a:pt x="25598" y="2964"/>
                        <a:pt x="25713" y="2998"/>
                        <a:pt x="25840" y="2998"/>
                      </a:cubicBezTo>
                      <a:close/>
                      <a:moveTo>
                        <a:pt x="23589" y="2998"/>
                      </a:moveTo>
                      <a:lnTo>
                        <a:pt x="24683" y="2998"/>
                      </a:lnTo>
                      <a:cubicBezTo>
                        <a:pt x="24809" y="2998"/>
                        <a:pt x="24901" y="2964"/>
                        <a:pt x="24896" y="2912"/>
                      </a:cubicBezTo>
                      <a:lnTo>
                        <a:pt x="24798" y="2515"/>
                      </a:lnTo>
                      <a:cubicBezTo>
                        <a:pt x="24781" y="2463"/>
                        <a:pt x="24677" y="2429"/>
                        <a:pt x="24545" y="2429"/>
                      </a:cubicBezTo>
                      <a:lnTo>
                        <a:pt x="23474" y="2429"/>
                      </a:lnTo>
                      <a:cubicBezTo>
                        <a:pt x="23342" y="2429"/>
                        <a:pt x="23250" y="2463"/>
                        <a:pt x="23256" y="2515"/>
                      </a:cubicBezTo>
                      <a:lnTo>
                        <a:pt x="23336" y="2912"/>
                      </a:lnTo>
                      <a:cubicBezTo>
                        <a:pt x="23342" y="2964"/>
                        <a:pt x="23457" y="2998"/>
                        <a:pt x="23589" y="2998"/>
                      </a:cubicBezTo>
                      <a:close/>
                      <a:moveTo>
                        <a:pt x="21339" y="2998"/>
                      </a:moveTo>
                      <a:lnTo>
                        <a:pt x="22433" y="2998"/>
                      </a:lnTo>
                      <a:cubicBezTo>
                        <a:pt x="22559" y="2998"/>
                        <a:pt x="22663" y="2964"/>
                        <a:pt x="22651" y="2912"/>
                      </a:cubicBezTo>
                      <a:lnTo>
                        <a:pt x="22582" y="2515"/>
                      </a:lnTo>
                      <a:cubicBezTo>
                        <a:pt x="22577" y="2463"/>
                        <a:pt x="22461" y="2429"/>
                        <a:pt x="22335" y="2429"/>
                      </a:cubicBezTo>
                      <a:lnTo>
                        <a:pt x="21264" y="2429"/>
                      </a:lnTo>
                      <a:cubicBezTo>
                        <a:pt x="21132" y="2429"/>
                        <a:pt x="21034" y="2463"/>
                        <a:pt x="21040" y="2515"/>
                      </a:cubicBezTo>
                      <a:lnTo>
                        <a:pt x="21098" y="2912"/>
                      </a:lnTo>
                      <a:cubicBezTo>
                        <a:pt x="21098" y="2964"/>
                        <a:pt x="21207" y="2998"/>
                        <a:pt x="21339" y="2998"/>
                      </a:cubicBezTo>
                      <a:close/>
                      <a:moveTo>
                        <a:pt x="19083" y="2998"/>
                      </a:moveTo>
                      <a:lnTo>
                        <a:pt x="20177" y="2998"/>
                      </a:lnTo>
                      <a:cubicBezTo>
                        <a:pt x="20309" y="2998"/>
                        <a:pt x="20407" y="2964"/>
                        <a:pt x="20401" y="2912"/>
                      </a:cubicBezTo>
                      <a:lnTo>
                        <a:pt x="20349" y="2515"/>
                      </a:lnTo>
                      <a:cubicBezTo>
                        <a:pt x="20344" y="2463"/>
                        <a:pt x="20234" y="2429"/>
                        <a:pt x="20108" y="2429"/>
                      </a:cubicBezTo>
                      <a:lnTo>
                        <a:pt x="19037" y="2429"/>
                      </a:lnTo>
                      <a:cubicBezTo>
                        <a:pt x="18905" y="2429"/>
                        <a:pt x="18807" y="2463"/>
                        <a:pt x="18813" y="2515"/>
                      </a:cubicBezTo>
                      <a:lnTo>
                        <a:pt x="18842" y="2912"/>
                      </a:lnTo>
                      <a:cubicBezTo>
                        <a:pt x="18847" y="2964"/>
                        <a:pt x="18957" y="2998"/>
                        <a:pt x="19083" y="2998"/>
                      </a:cubicBezTo>
                      <a:close/>
                      <a:moveTo>
                        <a:pt x="16833" y="2998"/>
                      </a:moveTo>
                      <a:lnTo>
                        <a:pt x="17927" y="2998"/>
                      </a:lnTo>
                      <a:cubicBezTo>
                        <a:pt x="18053" y="2998"/>
                        <a:pt x="18163" y="2964"/>
                        <a:pt x="18157" y="2912"/>
                      </a:cubicBezTo>
                      <a:lnTo>
                        <a:pt x="18134" y="2515"/>
                      </a:lnTo>
                      <a:cubicBezTo>
                        <a:pt x="18134" y="2463"/>
                        <a:pt x="18024" y="2429"/>
                        <a:pt x="17898" y="2429"/>
                      </a:cubicBezTo>
                      <a:lnTo>
                        <a:pt x="16827" y="2429"/>
                      </a:lnTo>
                      <a:cubicBezTo>
                        <a:pt x="16695" y="2429"/>
                        <a:pt x="16597" y="2463"/>
                        <a:pt x="16597" y="2515"/>
                      </a:cubicBezTo>
                      <a:lnTo>
                        <a:pt x="16603" y="2912"/>
                      </a:lnTo>
                      <a:cubicBezTo>
                        <a:pt x="16597" y="2964"/>
                        <a:pt x="16707" y="2998"/>
                        <a:pt x="16833" y="2998"/>
                      </a:cubicBezTo>
                      <a:close/>
                      <a:moveTo>
                        <a:pt x="14583" y="2998"/>
                      </a:moveTo>
                      <a:lnTo>
                        <a:pt x="15676" y="2998"/>
                      </a:lnTo>
                      <a:cubicBezTo>
                        <a:pt x="15803" y="2998"/>
                        <a:pt x="15912" y="2964"/>
                        <a:pt x="15912" y="2912"/>
                      </a:cubicBezTo>
                      <a:lnTo>
                        <a:pt x="15918" y="2515"/>
                      </a:lnTo>
                      <a:cubicBezTo>
                        <a:pt x="15918" y="2463"/>
                        <a:pt x="15820" y="2429"/>
                        <a:pt x="15688" y="2429"/>
                      </a:cubicBezTo>
                      <a:lnTo>
                        <a:pt x="14618" y="2429"/>
                      </a:lnTo>
                      <a:cubicBezTo>
                        <a:pt x="14491" y="2429"/>
                        <a:pt x="14382" y="2463"/>
                        <a:pt x="14382" y="2515"/>
                      </a:cubicBezTo>
                      <a:lnTo>
                        <a:pt x="14359" y="2912"/>
                      </a:lnTo>
                      <a:cubicBezTo>
                        <a:pt x="14353" y="2964"/>
                        <a:pt x="14451" y="2998"/>
                        <a:pt x="14583" y="2998"/>
                      </a:cubicBezTo>
                      <a:close/>
                      <a:moveTo>
                        <a:pt x="12339" y="2998"/>
                      </a:moveTo>
                      <a:lnTo>
                        <a:pt x="13432" y="2998"/>
                      </a:lnTo>
                      <a:cubicBezTo>
                        <a:pt x="13559" y="2998"/>
                        <a:pt x="13668" y="2964"/>
                        <a:pt x="13674" y="2912"/>
                      </a:cubicBezTo>
                      <a:lnTo>
                        <a:pt x="13703" y="2515"/>
                      </a:lnTo>
                      <a:cubicBezTo>
                        <a:pt x="13703" y="2463"/>
                        <a:pt x="13605" y="2429"/>
                        <a:pt x="13484" y="2429"/>
                      </a:cubicBezTo>
                      <a:lnTo>
                        <a:pt x="12408" y="2429"/>
                      </a:lnTo>
                      <a:cubicBezTo>
                        <a:pt x="12281" y="2429"/>
                        <a:pt x="12172" y="2463"/>
                        <a:pt x="12166" y="2515"/>
                      </a:cubicBezTo>
                      <a:lnTo>
                        <a:pt x="12114" y="2912"/>
                      </a:lnTo>
                      <a:cubicBezTo>
                        <a:pt x="12103" y="2964"/>
                        <a:pt x="12201" y="2998"/>
                        <a:pt x="12339" y="2998"/>
                      </a:cubicBezTo>
                      <a:close/>
                      <a:moveTo>
                        <a:pt x="10089" y="2998"/>
                      </a:moveTo>
                      <a:lnTo>
                        <a:pt x="11182" y="2998"/>
                      </a:lnTo>
                      <a:cubicBezTo>
                        <a:pt x="11309" y="2998"/>
                        <a:pt x="11424" y="2964"/>
                        <a:pt x="11429" y="2912"/>
                      </a:cubicBezTo>
                      <a:lnTo>
                        <a:pt x="11487" y="2515"/>
                      </a:lnTo>
                      <a:cubicBezTo>
                        <a:pt x="11498" y="2463"/>
                        <a:pt x="11395" y="2429"/>
                        <a:pt x="11268" y="2429"/>
                      </a:cubicBezTo>
                      <a:lnTo>
                        <a:pt x="10192" y="2429"/>
                      </a:lnTo>
                      <a:cubicBezTo>
                        <a:pt x="10066" y="2429"/>
                        <a:pt x="9956" y="2463"/>
                        <a:pt x="9950" y="2515"/>
                      </a:cubicBezTo>
                      <a:lnTo>
                        <a:pt x="9876" y="2912"/>
                      </a:lnTo>
                      <a:cubicBezTo>
                        <a:pt x="9853" y="2964"/>
                        <a:pt x="9956" y="2998"/>
                        <a:pt x="10089" y="2998"/>
                      </a:cubicBezTo>
                      <a:close/>
                      <a:moveTo>
                        <a:pt x="7833" y="2998"/>
                      </a:moveTo>
                      <a:lnTo>
                        <a:pt x="8926" y="2998"/>
                      </a:lnTo>
                      <a:cubicBezTo>
                        <a:pt x="9058" y="2998"/>
                        <a:pt x="9174" y="2964"/>
                        <a:pt x="9179" y="2912"/>
                      </a:cubicBezTo>
                      <a:lnTo>
                        <a:pt x="9260" y="2515"/>
                      </a:lnTo>
                      <a:cubicBezTo>
                        <a:pt x="9266" y="2463"/>
                        <a:pt x="9174" y="2429"/>
                        <a:pt x="9041" y="2429"/>
                      </a:cubicBezTo>
                      <a:lnTo>
                        <a:pt x="7971" y="2429"/>
                      </a:lnTo>
                      <a:cubicBezTo>
                        <a:pt x="7838" y="2429"/>
                        <a:pt x="7729" y="2463"/>
                        <a:pt x="7718" y="2515"/>
                      </a:cubicBezTo>
                      <a:lnTo>
                        <a:pt x="7620" y="2912"/>
                      </a:lnTo>
                      <a:cubicBezTo>
                        <a:pt x="7602" y="2964"/>
                        <a:pt x="7706" y="2998"/>
                        <a:pt x="7833" y="2998"/>
                      </a:cubicBezTo>
                      <a:close/>
                      <a:moveTo>
                        <a:pt x="5583" y="2998"/>
                      </a:moveTo>
                      <a:lnTo>
                        <a:pt x="6676" y="2998"/>
                      </a:lnTo>
                      <a:cubicBezTo>
                        <a:pt x="6808" y="2998"/>
                        <a:pt x="6923" y="2964"/>
                        <a:pt x="6935" y="2912"/>
                      </a:cubicBezTo>
                      <a:lnTo>
                        <a:pt x="7044" y="2515"/>
                      </a:lnTo>
                      <a:cubicBezTo>
                        <a:pt x="7056" y="2463"/>
                        <a:pt x="6964" y="2429"/>
                        <a:pt x="6831" y="2429"/>
                      </a:cubicBezTo>
                      <a:lnTo>
                        <a:pt x="5761" y="2429"/>
                      </a:lnTo>
                      <a:cubicBezTo>
                        <a:pt x="5634" y="2429"/>
                        <a:pt x="5519" y="2463"/>
                        <a:pt x="5502" y="2515"/>
                      </a:cubicBezTo>
                      <a:lnTo>
                        <a:pt x="5381" y="2912"/>
                      </a:lnTo>
                      <a:cubicBezTo>
                        <a:pt x="5358" y="2964"/>
                        <a:pt x="5456" y="2998"/>
                        <a:pt x="5583" y="2998"/>
                      </a:cubicBezTo>
                      <a:close/>
                      <a:moveTo>
                        <a:pt x="570" y="2998"/>
                      </a:moveTo>
                      <a:lnTo>
                        <a:pt x="4426" y="2998"/>
                      </a:lnTo>
                      <a:cubicBezTo>
                        <a:pt x="4552" y="2998"/>
                        <a:pt x="4673" y="2964"/>
                        <a:pt x="4691" y="2912"/>
                      </a:cubicBezTo>
                      <a:lnTo>
                        <a:pt x="4817" y="2515"/>
                      </a:lnTo>
                      <a:cubicBezTo>
                        <a:pt x="4834" y="2463"/>
                        <a:pt x="4742" y="2429"/>
                        <a:pt x="4616" y="2429"/>
                      </a:cubicBezTo>
                      <a:lnTo>
                        <a:pt x="829" y="2429"/>
                      </a:lnTo>
                      <a:cubicBezTo>
                        <a:pt x="697" y="2429"/>
                        <a:pt x="576" y="2463"/>
                        <a:pt x="553" y="2515"/>
                      </a:cubicBezTo>
                      <a:lnTo>
                        <a:pt x="374" y="2912"/>
                      </a:lnTo>
                      <a:cubicBezTo>
                        <a:pt x="346" y="2964"/>
                        <a:pt x="432" y="2998"/>
                        <a:pt x="570" y="2998"/>
                      </a:cubicBezTo>
                      <a:close/>
                      <a:moveTo>
                        <a:pt x="28090" y="2998"/>
                      </a:moveTo>
                      <a:lnTo>
                        <a:pt x="31945" y="2998"/>
                      </a:lnTo>
                      <a:cubicBezTo>
                        <a:pt x="32078" y="2998"/>
                        <a:pt x="32164" y="2964"/>
                        <a:pt x="32141" y="2912"/>
                      </a:cubicBezTo>
                      <a:lnTo>
                        <a:pt x="31963" y="2515"/>
                      </a:lnTo>
                      <a:cubicBezTo>
                        <a:pt x="31940" y="2463"/>
                        <a:pt x="31819" y="2429"/>
                        <a:pt x="31686" y="2429"/>
                      </a:cubicBezTo>
                      <a:lnTo>
                        <a:pt x="27900" y="2429"/>
                      </a:lnTo>
                      <a:cubicBezTo>
                        <a:pt x="27767" y="2429"/>
                        <a:pt x="27675" y="2463"/>
                        <a:pt x="27698" y="2515"/>
                      </a:cubicBezTo>
                      <a:lnTo>
                        <a:pt x="27825" y="2912"/>
                      </a:lnTo>
                      <a:cubicBezTo>
                        <a:pt x="27842" y="2964"/>
                        <a:pt x="27963" y="2998"/>
                        <a:pt x="28090" y="2998"/>
                      </a:cubicBezTo>
                      <a:close/>
                      <a:moveTo>
                        <a:pt x="26576" y="3769"/>
                      </a:moveTo>
                      <a:lnTo>
                        <a:pt x="27744" y="3769"/>
                      </a:lnTo>
                      <a:cubicBezTo>
                        <a:pt x="27882" y="3769"/>
                        <a:pt x="27975" y="3723"/>
                        <a:pt x="27957" y="3672"/>
                      </a:cubicBezTo>
                      <a:lnTo>
                        <a:pt x="27917" y="3551"/>
                      </a:lnTo>
                      <a:cubicBezTo>
                        <a:pt x="27905" y="3499"/>
                        <a:pt x="27785" y="3459"/>
                        <a:pt x="27652" y="3459"/>
                      </a:cubicBezTo>
                      <a:lnTo>
                        <a:pt x="26496" y="3459"/>
                      </a:lnTo>
                      <a:cubicBezTo>
                        <a:pt x="26363" y="3459"/>
                        <a:pt x="26265" y="3499"/>
                        <a:pt x="26277" y="3551"/>
                      </a:cubicBezTo>
                      <a:lnTo>
                        <a:pt x="26317" y="3672"/>
                      </a:lnTo>
                      <a:cubicBezTo>
                        <a:pt x="26323" y="3723"/>
                        <a:pt x="26444" y="3769"/>
                        <a:pt x="26576" y="3769"/>
                      </a:cubicBezTo>
                      <a:close/>
                      <a:moveTo>
                        <a:pt x="28849" y="3769"/>
                      </a:moveTo>
                      <a:lnTo>
                        <a:pt x="30018" y="3769"/>
                      </a:lnTo>
                      <a:cubicBezTo>
                        <a:pt x="30156" y="3769"/>
                        <a:pt x="30242" y="3723"/>
                        <a:pt x="30230" y="3672"/>
                      </a:cubicBezTo>
                      <a:lnTo>
                        <a:pt x="30064" y="3257"/>
                      </a:lnTo>
                      <a:cubicBezTo>
                        <a:pt x="30041" y="3205"/>
                        <a:pt x="29920" y="3171"/>
                        <a:pt x="29787" y="3171"/>
                      </a:cubicBezTo>
                      <a:lnTo>
                        <a:pt x="28636" y="3171"/>
                      </a:lnTo>
                      <a:cubicBezTo>
                        <a:pt x="28510" y="3171"/>
                        <a:pt x="28418" y="3211"/>
                        <a:pt x="28429" y="3257"/>
                      </a:cubicBezTo>
                      <a:lnTo>
                        <a:pt x="28573" y="3672"/>
                      </a:lnTo>
                      <a:cubicBezTo>
                        <a:pt x="28596" y="3723"/>
                        <a:pt x="28717" y="3769"/>
                        <a:pt x="28849" y="3769"/>
                      </a:cubicBezTo>
                      <a:close/>
                      <a:moveTo>
                        <a:pt x="31122" y="3769"/>
                      </a:moveTo>
                      <a:lnTo>
                        <a:pt x="32291" y="3769"/>
                      </a:lnTo>
                      <a:cubicBezTo>
                        <a:pt x="32429" y="3769"/>
                        <a:pt x="32515" y="3723"/>
                        <a:pt x="32492" y="3672"/>
                      </a:cubicBezTo>
                      <a:lnTo>
                        <a:pt x="32435" y="3551"/>
                      </a:lnTo>
                      <a:cubicBezTo>
                        <a:pt x="32417" y="3499"/>
                        <a:pt x="32285" y="3459"/>
                        <a:pt x="32158" y="3459"/>
                      </a:cubicBezTo>
                      <a:lnTo>
                        <a:pt x="30996" y="3459"/>
                      </a:lnTo>
                      <a:cubicBezTo>
                        <a:pt x="30869" y="3459"/>
                        <a:pt x="30777" y="3499"/>
                        <a:pt x="30794" y="3551"/>
                      </a:cubicBezTo>
                      <a:lnTo>
                        <a:pt x="30846" y="3672"/>
                      </a:lnTo>
                      <a:cubicBezTo>
                        <a:pt x="30863" y="3723"/>
                        <a:pt x="30990" y="3769"/>
                        <a:pt x="31122" y="3769"/>
                      </a:cubicBezTo>
                      <a:close/>
                      <a:moveTo>
                        <a:pt x="24274" y="3769"/>
                      </a:moveTo>
                      <a:lnTo>
                        <a:pt x="25385" y="3769"/>
                      </a:lnTo>
                      <a:cubicBezTo>
                        <a:pt x="25523" y="3769"/>
                        <a:pt x="25615" y="3723"/>
                        <a:pt x="25604" y="3672"/>
                      </a:cubicBezTo>
                      <a:lnTo>
                        <a:pt x="25494" y="3257"/>
                      </a:lnTo>
                      <a:cubicBezTo>
                        <a:pt x="25483" y="3205"/>
                        <a:pt x="25368" y="3171"/>
                        <a:pt x="25235" y="3171"/>
                      </a:cubicBezTo>
                      <a:lnTo>
                        <a:pt x="24136" y="3171"/>
                      </a:lnTo>
                      <a:cubicBezTo>
                        <a:pt x="24004" y="3171"/>
                        <a:pt x="23906" y="3211"/>
                        <a:pt x="23917" y="3257"/>
                      </a:cubicBezTo>
                      <a:lnTo>
                        <a:pt x="24015" y="3672"/>
                      </a:lnTo>
                      <a:cubicBezTo>
                        <a:pt x="24027" y="3723"/>
                        <a:pt x="24142" y="3769"/>
                        <a:pt x="24274" y="3769"/>
                      </a:cubicBezTo>
                      <a:close/>
                      <a:moveTo>
                        <a:pt x="9801" y="3257"/>
                      </a:moveTo>
                      <a:lnTo>
                        <a:pt x="9720" y="3672"/>
                      </a:lnTo>
                      <a:cubicBezTo>
                        <a:pt x="9715" y="3723"/>
                        <a:pt x="9812" y="3764"/>
                        <a:pt x="9945" y="3764"/>
                      </a:cubicBezTo>
                      <a:lnTo>
                        <a:pt x="20257" y="3764"/>
                      </a:lnTo>
                      <a:cubicBezTo>
                        <a:pt x="20395" y="3764"/>
                        <a:pt x="20493" y="3723"/>
                        <a:pt x="20488" y="3672"/>
                      </a:cubicBezTo>
                      <a:lnTo>
                        <a:pt x="20436" y="3257"/>
                      </a:lnTo>
                      <a:cubicBezTo>
                        <a:pt x="20430" y="3205"/>
                        <a:pt x="20321" y="3171"/>
                        <a:pt x="20194" y="3171"/>
                      </a:cubicBezTo>
                      <a:lnTo>
                        <a:pt x="10048" y="3171"/>
                      </a:lnTo>
                      <a:cubicBezTo>
                        <a:pt x="9922" y="3171"/>
                        <a:pt x="9807" y="3205"/>
                        <a:pt x="9801" y="3257"/>
                      </a:cubicBezTo>
                      <a:close/>
                      <a:moveTo>
                        <a:pt x="7119" y="3769"/>
                      </a:moveTo>
                      <a:lnTo>
                        <a:pt x="8765" y="3769"/>
                      </a:lnTo>
                      <a:cubicBezTo>
                        <a:pt x="8897" y="3769"/>
                        <a:pt x="9012" y="3723"/>
                        <a:pt x="9024" y="3672"/>
                      </a:cubicBezTo>
                      <a:lnTo>
                        <a:pt x="9104" y="3257"/>
                      </a:lnTo>
                      <a:cubicBezTo>
                        <a:pt x="9116" y="3205"/>
                        <a:pt x="9024" y="3171"/>
                        <a:pt x="8892" y="3171"/>
                      </a:cubicBezTo>
                      <a:lnTo>
                        <a:pt x="7280" y="3171"/>
                      </a:lnTo>
                      <a:cubicBezTo>
                        <a:pt x="7148" y="3171"/>
                        <a:pt x="7033" y="3211"/>
                        <a:pt x="7021" y="3257"/>
                      </a:cubicBezTo>
                      <a:lnTo>
                        <a:pt x="6912" y="3672"/>
                      </a:lnTo>
                      <a:cubicBezTo>
                        <a:pt x="6895" y="3723"/>
                        <a:pt x="6992" y="3769"/>
                        <a:pt x="7119" y="3769"/>
                      </a:cubicBezTo>
                      <a:close/>
                      <a:moveTo>
                        <a:pt x="4817" y="3769"/>
                      </a:moveTo>
                      <a:lnTo>
                        <a:pt x="5934" y="3769"/>
                      </a:lnTo>
                      <a:cubicBezTo>
                        <a:pt x="6072" y="3769"/>
                        <a:pt x="6187" y="3723"/>
                        <a:pt x="6198" y="3672"/>
                      </a:cubicBezTo>
                      <a:lnTo>
                        <a:pt x="6313" y="3257"/>
                      </a:lnTo>
                      <a:cubicBezTo>
                        <a:pt x="6331" y="3205"/>
                        <a:pt x="6239" y="3171"/>
                        <a:pt x="6100" y="3171"/>
                      </a:cubicBezTo>
                      <a:lnTo>
                        <a:pt x="5001" y="3171"/>
                      </a:lnTo>
                      <a:cubicBezTo>
                        <a:pt x="4869" y="3171"/>
                        <a:pt x="4748" y="3211"/>
                        <a:pt x="4731" y="3257"/>
                      </a:cubicBezTo>
                      <a:lnTo>
                        <a:pt x="4598" y="3672"/>
                      </a:lnTo>
                      <a:cubicBezTo>
                        <a:pt x="4598" y="3723"/>
                        <a:pt x="4691" y="3769"/>
                        <a:pt x="4817" y="3769"/>
                      </a:cubicBezTo>
                      <a:close/>
                      <a:moveTo>
                        <a:pt x="21454" y="3769"/>
                      </a:moveTo>
                      <a:lnTo>
                        <a:pt x="23094" y="3769"/>
                      </a:lnTo>
                      <a:cubicBezTo>
                        <a:pt x="23227" y="3769"/>
                        <a:pt x="23325" y="3723"/>
                        <a:pt x="23313" y="3672"/>
                      </a:cubicBezTo>
                      <a:lnTo>
                        <a:pt x="23238" y="3257"/>
                      </a:lnTo>
                      <a:cubicBezTo>
                        <a:pt x="23227" y="3205"/>
                        <a:pt x="23112" y="3171"/>
                        <a:pt x="22985" y="3171"/>
                      </a:cubicBezTo>
                      <a:lnTo>
                        <a:pt x="21374" y="3171"/>
                      </a:lnTo>
                      <a:cubicBezTo>
                        <a:pt x="21241" y="3171"/>
                        <a:pt x="21144" y="3211"/>
                        <a:pt x="21149" y="3257"/>
                      </a:cubicBezTo>
                      <a:lnTo>
                        <a:pt x="21207" y="3672"/>
                      </a:lnTo>
                      <a:cubicBezTo>
                        <a:pt x="21201" y="3723"/>
                        <a:pt x="21316" y="3769"/>
                        <a:pt x="21454" y="3769"/>
                      </a:cubicBezTo>
                      <a:close/>
                      <a:moveTo>
                        <a:pt x="2527" y="3769"/>
                      </a:moveTo>
                      <a:lnTo>
                        <a:pt x="3643" y="3769"/>
                      </a:lnTo>
                      <a:cubicBezTo>
                        <a:pt x="3776" y="3769"/>
                        <a:pt x="3902" y="3723"/>
                        <a:pt x="3914" y="3672"/>
                      </a:cubicBezTo>
                      <a:lnTo>
                        <a:pt x="4058" y="3257"/>
                      </a:lnTo>
                      <a:cubicBezTo>
                        <a:pt x="4075" y="3205"/>
                        <a:pt x="3977" y="3171"/>
                        <a:pt x="3850" y="3171"/>
                      </a:cubicBezTo>
                      <a:lnTo>
                        <a:pt x="2751" y="3171"/>
                      </a:lnTo>
                      <a:cubicBezTo>
                        <a:pt x="2619" y="3171"/>
                        <a:pt x="2498" y="3211"/>
                        <a:pt x="2475" y="3257"/>
                      </a:cubicBezTo>
                      <a:lnTo>
                        <a:pt x="2308" y="3672"/>
                      </a:lnTo>
                      <a:cubicBezTo>
                        <a:pt x="2297" y="3723"/>
                        <a:pt x="2389" y="3769"/>
                        <a:pt x="2527" y="3769"/>
                      </a:cubicBezTo>
                      <a:close/>
                      <a:moveTo>
                        <a:pt x="225" y="3769"/>
                      </a:moveTo>
                      <a:lnTo>
                        <a:pt x="1341" y="3769"/>
                      </a:lnTo>
                      <a:cubicBezTo>
                        <a:pt x="1474" y="3769"/>
                        <a:pt x="1600" y="3723"/>
                        <a:pt x="1617" y="3672"/>
                      </a:cubicBezTo>
                      <a:lnTo>
                        <a:pt x="1790" y="3257"/>
                      </a:lnTo>
                      <a:cubicBezTo>
                        <a:pt x="1813" y="3205"/>
                        <a:pt x="1721" y="3171"/>
                        <a:pt x="1589" y="3171"/>
                      </a:cubicBezTo>
                      <a:lnTo>
                        <a:pt x="490" y="3171"/>
                      </a:lnTo>
                      <a:cubicBezTo>
                        <a:pt x="357" y="3171"/>
                        <a:pt x="236" y="3211"/>
                        <a:pt x="208" y="3257"/>
                      </a:cubicBezTo>
                      <a:lnTo>
                        <a:pt x="23" y="3672"/>
                      </a:lnTo>
                      <a:cubicBezTo>
                        <a:pt x="0" y="3723"/>
                        <a:pt x="87" y="3769"/>
                        <a:pt x="225" y="376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838" name="Google Shape;838;p47"/>
              <p:cNvSpPr/>
              <p:nvPr/>
            </p:nvSpPr>
            <p:spPr>
              <a:xfrm>
                <a:off x="6822274" y="3695850"/>
                <a:ext cx="723633" cy="189396"/>
              </a:xfrm>
              <a:custGeom>
                <a:avLst/>
                <a:gdLst/>
                <a:ahLst/>
                <a:cxnLst/>
                <a:rect l="l" t="t" r="r" b="b"/>
                <a:pathLst>
                  <a:path w="12448" h="3258" extrusionOk="0">
                    <a:moveTo>
                      <a:pt x="12074" y="3258"/>
                    </a:moveTo>
                    <a:lnTo>
                      <a:pt x="374" y="3258"/>
                    </a:lnTo>
                    <a:cubicBezTo>
                      <a:pt x="155" y="3258"/>
                      <a:pt x="0" y="3126"/>
                      <a:pt x="35" y="2959"/>
                    </a:cubicBezTo>
                    <a:lnTo>
                      <a:pt x="529" y="254"/>
                    </a:lnTo>
                    <a:cubicBezTo>
                      <a:pt x="558" y="110"/>
                      <a:pt x="737" y="1"/>
                      <a:pt x="932" y="1"/>
                    </a:cubicBezTo>
                    <a:lnTo>
                      <a:pt x="11515" y="1"/>
                    </a:lnTo>
                    <a:cubicBezTo>
                      <a:pt x="11717" y="1"/>
                      <a:pt x="11895" y="116"/>
                      <a:pt x="11918" y="254"/>
                    </a:cubicBezTo>
                    <a:lnTo>
                      <a:pt x="12413" y="2959"/>
                    </a:lnTo>
                    <a:cubicBezTo>
                      <a:pt x="12448" y="3126"/>
                      <a:pt x="12298" y="3258"/>
                      <a:pt x="12074" y="325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Google Shape;839;p47"/>
              <p:cNvSpPr/>
              <p:nvPr/>
            </p:nvSpPr>
            <p:spPr>
              <a:xfrm>
                <a:off x="5996926" y="1962600"/>
                <a:ext cx="733748" cy="692591"/>
              </a:xfrm>
              <a:custGeom>
                <a:avLst/>
                <a:gdLst/>
                <a:ahLst/>
                <a:cxnLst/>
                <a:rect l="l" t="t" r="r" b="b"/>
                <a:pathLst>
                  <a:path w="12622" h="11914" extrusionOk="0">
                    <a:moveTo>
                      <a:pt x="11361" y="9364"/>
                    </a:moveTo>
                    <a:lnTo>
                      <a:pt x="9583" y="9364"/>
                    </a:lnTo>
                    <a:cubicBezTo>
                      <a:pt x="9393" y="9364"/>
                      <a:pt x="9232" y="9525"/>
                      <a:pt x="9232" y="9721"/>
                    </a:cubicBezTo>
                    <a:lnTo>
                      <a:pt x="9226" y="11534"/>
                    </a:lnTo>
                    <a:cubicBezTo>
                      <a:pt x="9226" y="11781"/>
                      <a:pt x="8915" y="11913"/>
                      <a:pt x="8737" y="11723"/>
                    </a:cubicBezTo>
                    <a:lnTo>
                      <a:pt x="6820" y="9767"/>
                    </a:lnTo>
                    <a:cubicBezTo>
                      <a:pt x="6492" y="9502"/>
                      <a:pt x="6078" y="9358"/>
                      <a:pt x="5658" y="9358"/>
                    </a:cubicBezTo>
                    <a:lnTo>
                      <a:pt x="1261" y="9358"/>
                    </a:lnTo>
                    <a:cubicBezTo>
                      <a:pt x="571" y="9358"/>
                      <a:pt x="1" y="8800"/>
                      <a:pt x="1" y="8098"/>
                    </a:cubicBezTo>
                    <a:lnTo>
                      <a:pt x="1" y="1255"/>
                    </a:lnTo>
                    <a:cubicBezTo>
                      <a:pt x="1" y="565"/>
                      <a:pt x="565" y="1"/>
                      <a:pt x="1261" y="1"/>
                    </a:cubicBezTo>
                    <a:lnTo>
                      <a:pt x="11355" y="1"/>
                    </a:lnTo>
                    <a:cubicBezTo>
                      <a:pt x="12046" y="1"/>
                      <a:pt x="12615" y="559"/>
                      <a:pt x="12615" y="1255"/>
                    </a:cubicBezTo>
                    <a:lnTo>
                      <a:pt x="12615" y="8109"/>
                    </a:lnTo>
                    <a:cubicBezTo>
                      <a:pt x="12621" y="8806"/>
                      <a:pt x="12051" y="9364"/>
                      <a:pt x="11361" y="936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Google Shape;840;p47"/>
              <p:cNvSpPr/>
              <p:nvPr/>
            </p:nvSpPr>
            <p:spPr>
              <a:xfrm>
                <a:off x="6163240" y="2083048"/>
                <a:ext cx="375362" cy="302812"/>
              </a:xfrm>
              <a:custGeom>
                <a:avLst/>
                <a:gdLst/>
                <a:ahLst/>
                <a:cxnLst/>
                <a:rect l="l" t="t" r="r" b="b"/>
                <a:pathLst>
                  <a:path w="6457" h="5209" extrusionOk="0">
                    <a:moveTo>
                      <a:pt x="2952" y="2964"/>
                    </a:moveTo>
                    <a:lnTo>
                      <a:pt x="1853" y="2964"/>
                    </a:lnTo>
                    <a:cubicBezTo>
                      <a:pt x="1916" y="3523"/>
                      <a:pt x="2164" y="4213"/>
                      <a:pt x="2952" y="4213"/>
                    </a:cubicBezTo>
                    <a:lnTo>
                      <a:pt x="2952" y="5209"/>
                    </a:lnTo>
                    <a:lnTo>
                      <a:pt x="2227" y="5209"/>
                    </a:lnTo>
                    <a:cubicBezTo>
                      <a:pt x="996" y="5209"/>
                      <a:pt x="0" y="4207"/>
                      <a:pt x="0" y="2976"/>
                    </a:cubicBezTo>
                    <a:lnTo>
                      <a:pt x="0" y="2964"/>
                    </a:lnTo>
                    <a:lnTo>
                      <a:pt x="0" y="2257"/>
                    </a:lnTo>
                    <a:lnTo>
                      <a:pt x="0" y="6"/>
                    </a:lnTo>
                    <a:lnTo>
                      <a:pt x="2952" y="6"/>
                    </a:lnTo>
                    <a:close/>
                    <a:moveTo>
                      <a:pt x="6457" y="1"/>
                    </a:moveTo>
                    <a:lnTo>
                      <a:pt x="3499" y="1"/>
                    </a:lnTo>
                    <a:lnTo>
                      <a:pt x="3499" y="2251"/>
                    </a:lnTo>
                    <a:lnTo>
                      <a:pt x="3499" y="2959"/>
                    </a:lnTo>
                    <a:lnTo>
                      <a:pt x="3499" y="2970"/>
                    </a:lnTo>
                    <a:cubicBezTo>
                      <a:pt x="3499" y="4202"/>
                      <a:pt x="4500" y="5203"/>
                      <a:pt x="5732" y="5203"/>
                    </a:cubicBezTo>
                    <a:lnTo>
                      <a:pt x="6457" y="5203"/>
                    </a:lnTo>
                    <a:lnTo>
                      <a:pt x="6457" y="4207"/>
                    </a:lnTo>
                    <a:cubicBezTo>
                      <a:pt x="5674" y="4207"/>
                      <a:pt x="5427" y="3517"/>
                      <a:pt x="5358" y="2959"/>
                    </a:cubicBezTo>
                    <a:lnTo>
                      <a:pt x="6457" y="295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Google Shape;841;p47"/>
              <p:cNvSpPr/>
              <p:nvPr/>
            </p:nvSpPr>
            <p:spPr>
              <a:xfrm>
                <a:off x="6580041" y="2438050"/>
                <a:ext cx="733051" cy="692532"/>
              </a:xfrm>
              <a:custGeom>
                <a:avLst/>
                <a:gdLst/>
                <a:ahLst/>
                <a:cxnLst/>
                <a:rect l="l" t="t" r="r" b="b"/>
                <a:pathLst>
                  <a:path w="12610" h="11913" extrusionOk="0">
                    <a:moveTo>
                      <a:pt x="1249" y="9369"/>
                    </a:moveTo>
                    <a:lnTo>
                      <a:pt x="3028" y="9369"/>
                    </a:lnTo>
                    <a:cubicBezTo>
                      <a:pt x="3223" y="9369"/>
                      <a:pt x="3379" y="9524"/>
                      <a:pt x="3379" y="9720"/>
                    </a:cubicBezTo>
                    <a:lnTo>
                      <a:pt x="3384" y="11533"/>
                    </a:lnTo>
                    <a:cubicBezTo>
                      <a:pt x="3384" y="11786"/>
                      <a:pt x="3695" y="11913"/>
                      <a:pt x="3879" y="11728"/>
                    </a:cubicBezTo>
                    <a:lnTo>
                      <a:pt x="5790" y="9772"/>
                    </a:lnTo>
                    <a:cubicBezTo>
                      <a:pt x="6118" y="9501"/>
                      <a:pt x="6532" y="9357"/>
                      <a:pt x="6952" y="9357"/>
                    </a:cubicBezTo>
                    <a:lnTo>
                      <a:pt x="11349" y="9357"/>
                    </a:lnTo>
                    <a:cubicBezTo>
                      <a:pt x="12040" y="9357"/>
                      <a:pt x="12609" y="8799"/>
                      <a:pt x="12609" y="8103"/>
                    </a:cubicBezTo>
                    <a:lnTo>
                      <a:pt x="12609" y="1260"/>
                    </a:lnTo>
                    <a:cubicBezTo>
                      <a:pt x="12609" y="570"/>
                      <a:pt x="12045" y="0"/>
                      <a:pt x="11349" y="0"/>
                    </a:cubicBezTo>
                    <a:lnTo>
                      <a:pt x="1255" y="0"/>
                    </a:lnTo>
                    <a:cubicBezTo>
                      <a:pt x="564" y="0"/>
                      <a:pt x="1" y="564"/>
                      <a:pt x="1" y="1260"/>
                    </a:cubicBezTo>
                    <a:lnTo>
                      <a:pt x="1" y="8103"/>
                    </a:lnTo>
                    <a:cubicBezTo>
                      <a:pt x="1" y="8805"/>
                      <a:pt x="559" y="9369"/>
                      <a:pt x="1249" y="936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Google Shape;842;p47"/>
              <p:cNvSpPr/>
              <p:nvPr/>
            </p:nvSpPr>
            <p:spPr>
              <a:xfrm>
                <a:off x="6771409" y="2559138"/>
                <a:ext cx="375710" cy="302115"/>
              </a:xfrm>
              <a:custGeom>
                <a:avLst/>
                <a:gdLst/>
                <a:ahLst/>
                <a:cxnLst/>
                <a:rect l="l" t="t" r="r" b="b"/>
                <a:pathLst>
                  <a:path w="6463" h="5197" extrusionOk="0">
                    <a:moveTo>
                      <a:pt x="3505" y="0"/>
                    </a:moveTo>
                    <a:lnTo>
                      <a:pt x="6463" y="0"/>
                    </a:lnTo>
                    <a:lnTo>
                      <a:pt x="6463" y="2250"/>
                    </a:lnTo>
                    <a:lnTo>
                      <a:pt x="6463" y="2953"/>
                    </a:lnTo>
                    <a:lnTo>
                      <a:pt x="6463" y="2970"/>
                    </a:lnTo>
                    <a:cubicBezTo>
                      <a:pt x="6463" y="4201"/>
                      <a:pt x="5462" y="5197"/>
                      <a:pt x="4230" y="5197"/>
                    </a:cubicBezTo>
                    <a:lnTo>
                      <a:pt x="3505" y="5197"/>
                    </a:lnTo>
                    <a:lnTo>
                      <a:pt x="3505" y="4207"/>
                    </a:lnTo>
                    <a:cubicBezTo>
                      <a:pt x="4288" y="4207"/>
                      <a:pt x="4535" y="3516"/>
                      <a:pt x="4604" y="2953"/>
                    </a:cubicBezTo>
                    <a:lnTo>
                      <a:pt x="3505" y="2953"/>
                    </a:lnTo>
                    <a:close/>
                    <a:moveTo>
                      <a:pt x="0" y="2953"/>
                    </a:moveTo>
                    <a:lnTo>
                      <a:pt x="1105" y="2953"/>
                    </a:lnTo>
                    <a:cubicBezTo>
                      <a:pt x="1036" y="3516"/>
                      <a:pt x="794" y="4207"/>
                      <a:pt x="0" y="4207"/>
                    </a:cubicBezTo>
                    <a:lnTo>
                      <a:pt x="0" y="5197"/>
                    </a:lnTo>
                    <a:lnTo>
                      <a:pt x="731" y="5197"/>
                    </a:lnTo>
                    <a:cubicBezTo>
                      <a:pt x="1957" y="5197"/>
                      <a:pt x="2958" y="4201"/>
                      <a:pt x="2958" y="2970"/>
                    </a:cubicBezTo>
                    <a:lnTo>
                      <a:pt x="2958" y="2953"/>
                    </a:lnTo>
                    <a:lnTo>
                      <a:pt x="2958" y="2250"/>
                    </a:lnTo>
                    <a:lnTo>
                      <a:pt x="295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Google Shape;843;p47"/>
              <p:cNvSpPr/>
              <p:nvPr/>
            </p:nvSpPr>
            <p:spPr>
              <a:xfrm>
                <a:off x="7072122" y="1652817"/>
                <a:ext cx="779557" cy="813332"/>
              </a:xfrm>
              <a:custGeom>
                <a:avLst/>
                <a:gdLst/>
                <a:ahLst/>
                <a:cxnLst/>
                <a:rect l="l" t="t" r="r" b="b"/>
                <a:pathLst>
                  <a:path w="13410" h="13991" extrusionOk="0">
                    <a:moveTo>
                      <a:pt x="12886" y="13991"/>
                    </a:moveTo>
                    <a:lnTo>
                      <a:pt x="525" y="13991"/>
                    </a:lnTo>
                    <a:cubicBezTo>
                      <a:pt x="237" y="13991"/>
                      <a:pt x="1" y="13755"/>
                      <a:pt x="1" y="13467"/>
                    </a:cubicBezTo>
                    <a:lnTo>
                      <a:pt x="1" y="525"/>
                    </a:lnTo>
                    <a:cubicBezTo>
                      <a:pt x="1" y="237"/>
                      <a:pt x="237" y="1"/>
                      <a:pt x="525" y="1"/>
                    </a:cubicBezTo>
                    <a:lnTo>
                      <a:pt x="12886" y="1"/>
                    </a:lnTo>
                    <a:cubicBezTo>
                      <a:pt x="13174" y="1"/>
                      <a:pt x="13410" y="237"/>
                      <a:pt x="13410" y="525"/>
                    </a:cubicBezTo>
                    <a:lnTo>
                      <a:pt x="13410" y="13467"/>
                    </a:lnTo>
                    <a:cubicBezTo>
                      <a:pt x="13410" y="13761"/>
                      <a:pt x="13174" y="13991"/>
                      <a:pt x="12886" y="1399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Google Shape;844;p47"/>
              <p:cNvSpPr/>
              <p:nvPr/>
            </p:nvSpPr>
            <p:spPr>
              <a:xfrm>
                <a:off x="7186234" y="1775939"/>
                <a:ext cx="551387" cy="566792"/>
              </a:xfrm>
              <a:custGeom>
                <a:avLst/>
                <a:gdLst/>
                <a:ahLst/>
                <a:cxnLst/>
                <a:rect l="l" t="t" r="r" b="b"/>
                <a:pathLst>
                  <a:path w="9485" h="9750" extrusionOk="0">
                    <a:moveTo>
                      <a:pt x="9179" y="8167"/>
                    </a:moveTo>
                    <a:lnTo>
                      <a:pt x="8454" y="8167"/>
                    </a:lnTo>
                    <a:lnTo>
                      <a:pt x="8454" y="7131"/>
                    </a:lnTo>
                    <a:lnTo>
                      <a:pt x="7292" y="7131"/>
                    </a:lnTo>
                    <a:lnTo>
                      <a:pt x="7292" y="6561"/>
                    </a:lnTo>
                    <a:lnTo>
                      <a:pt x="7953" y="6561"/>
                    </a:lnTo>
                    <a:cubicBezTo>
                      <a:pt x="8155" y="6561"/>
                      <a:pt x="8316" y="6400"/>
                      <a:pt x="8316" y="6199"/>
                    </a:cubicBezTo>
                    <a:lnTo>
                      <a:pt x="8316" y="4587"/>
                    </a:lnTo>
                    <a:cubicBezTo>
                      <a:pt x="8316" y="4386"/>
                      <a:pt x="8155" y="4219"/>
                      <a:pt x="7953" y="4219"/>
                    </a:cubicBezTo>
                    <a:lnTo>
                      <a:pt x="7292" y="4219"/>
                    </a:lnTo>
                    <a:lnTo>
                      <a:pt x="7292" y="3292"/>
                    </a:lnTo>
                    <a:lnTo>
                      <a:pt x="4892" y="3292"/>
                    </a:lnTo>
                    <a:lnTo>
                      <a:pt x="4892" y="2608"/>
                    </a:lnTo>
                    <a:lnTo>
                      <a:pt x="6814" y="2608"/>
                    </a:lnTo>
                    <a:cubicBezTo>
                      <a:pt x="7004" y="2608"/>
                      <a:pt x="7154" y="2458"/>
                      <a:pt x="7154" y="2268"/>
                    </a:cubicBezTo>
                    <a:lnTo>
                      <a:pt x="7154" y="340"/>
                    </a:lnTo>
                    <a:cubicBezTo>
                      <a:pt x="7154" y="156"/>
                      <a:pt x="7004" y="1"/>
                      <a:pt x="6814" y="1"/>
                    </a:cubicBezTo>
                    <a:lnTo>
                      <a:pt x="2688" y="1"/>
                    </a:lnTo>
                    <a:cubicBezTo>
                      <a:pt x="2498" y="1"/>
                      <a:pt x="2348" y="156"/>
                      <a:pt x="2348" y="340"/>
                    </a:cubicBezTo>
                    <a:lnTo>
                      <a:pt x="2348" y="2268"/>
                    </a:lnTo>
                    <a:cubicBezTo>
                      <a:pt x="2348" y="2458"/>
                      <a:pt x="2498" y="2608"/>
                      <a:pt x="2688" y="2608"/>
                    </a:cubicBezTo>
                    <a:lnTo>
                      <a:pt x="4604" y="2608"/>
                    </a:lnTo>
                    <a:lnTo>
                      <a:pt x="4604" y="3292"/>
                    </a:lnTo>
                    <a:lnTo>
                      <a:pt x="2210" y="3292"/>
                    </a:lnTo>
                    <a:lnTo>
                      <a:pt x="2210" y="4219"/>
                    </a:lnTo>
                    <a:lnTo>
                      <a:pt x="1548" y="4219"/>
                    </a:lnTo>
                    <a:cubicBezTo>
                      <a:pt x="1347" y="4219"/>
                      <a:pt x="1180" y="4386"/>
                      <a:pt x="1180" y="4587"/>
                    </a:cubicBezTo>
                    <a:lnTo>
                      <a:pt x="1180" y="6199"/>
                    </a:lnTo>
                    <a:cubicBezTo>
                      <a:pt x="1180" y="6400"/>
                      <a:pt x="1347" y="6561"/>
                      <a:pt x="1548" y="6561"/>
                    </a:cubicBezTo>
                    <a:lnTo>
                      <a:pt x="2210" y="6561"/>
                    </a:lnTo>
                    <a:lnTo>
                      <a:pt x="2210" y="7131"/>
                    </a:lnTo>
                    <a:lnTo>
                      <a:pt x="1030" y="7131"/>
                    </a:lnTo>
                    <a:lnTo>
                      <a:pt x="1030" y="8167"/>
                    </a:lnTo>
                    <a:lnTo>
                      <a:pt x="305" y="8167"/>
                    </a:lnTo>
                    <a:cubicBezTo>
                      <a:pt x="138" y="8167"/>
                      <a:pt x="0" y="8305"/>
                      <a:pt x="0" y="8472"/>
                    </a:cubicBezTo>
                    <a:lnTo>
                      <a:pt x="0" y="9450"/>
                    </a:lnTo>
                    <a:cubicBezTo>
                      <a:pt x="0" y="9611"/>
                      <a:pt x="138" y="9749"/>
                      <a:pt x="305" y="9749"/>
                    </a:cubicBezTo>
                    <a:lnTo>
                      <a:pt x="2043" y="9749"/>
                    </a:lnTo>
                    <a:cubicBezTo>
                      <a:pt x="2210" y="9749"/>
                      <a:pt x="2348" y="9611"/>
                      <a:pt x="2348" y="9450"/>
                    </a:cubicBezTo>
                    <a:lnTo>
                      <a:pt x="2348" y="8460"/>
                    </a:lnTo>
                    <a:cubicBezTo>
                      <a:pt x="2348" y="8299"/>
                      <a:pt x="2210" y="8161"/>
                      <a:pt x="2043" y="8161"/>
                    </a:cubicBezTo>
                    <a:lnTo>
                      <a:pt x="1318" y="8161"/>
                    </a:lnTo>
                    <a:lnTo>
                      <a:pt x="1318" y="7413"/>
                    </a:lnTo>
                    <a:lnTo>
                      <a:pt x="4598" y="7413"/>
                    </a:lnTo>
                    <a:lnTo>
                      <a:pt x="4598" y="8161"/>
                    </a:lnTo>
                    <a:lnTo>
                      <a:pt x="3873" y="8161"/>
                    </a:lnTo>
                    <a:cubicBezTo>
                      <a:pt x="3706" y="8161"/>
                      <a:pt x="3568" y="8299"/>
                      <a:pt x="3568" y="8460"/>
                    </a:cubicBezTo>
                    <a:lnTo>
                      <a:pt x="3568" y="9450"/>
                    </a:lnTo>
                    <a:cubicBezTo>
                      <a:pt x="3568" y="9611"/>
                      <a:pt x="3706" y="9749"/>
                      <a:pt x="3873" y="9749"/>
                    </a:cubicBezTo>
                    <a:lnTo>
                      <a:pt x="5611" y="9749"/>
                    </a:lnTo>
                    <a:cubicBezTo>
                      <a:pt x="5778" y="9749"/>
                      <a:pt x="5916" y="9611"/>
                      <a:pt x="5916" y="9450"/>
                    </a:cubicBezTo>
                    <a:lnTo>
                      <a:pt x="5916" y="8460"/>
                    </a:lnTo>
                    <a:cubicBezTo>
                      <a:pt x="5916" y="8299"/>
                      <a:pt x="5778" y="8161"/>
                      <a:pt x="5611" y="8161"/>
                    </a:cubicBezTo>
                    <a:lnTo>
                      <a:pt x="4886" y="8161"/>
                    </a:lnTo>
                    <a:lnTo>
                      <a:pt x="4886" y="7413"/>
                    </a:lnTo>
                    <a:lnTo>
                      <a:pt x="8166" y="7413"/>
                    </a:lnTo>
                    <a:lnTo>
                      <a:pt x="8166" y="8161"/>
                    </a:lnTo>
                    <a:lnTo>
                      <a:pt x="7441" y="8161"/>
                    </a:lnTo>
                    <a:cubicBezTo>
                      <a:pt x="7274" y="8161"/>
                      <a:pt x="7136" y="8299"/>
                      <a:pt x="7136" y="8460"/>
                    </a:cubicBezTo>
                    <a:lnTo>
                      <a:pt x="7136" y="9450"/>
                    </a:lnTo>
                    <a:cubicBezTo>
                      <a:pt x="7136" y="9611"/>
                      <a:pt x="7274" y="9749"/>
                      <a:pt x="7441" y="9749"/>
                    </a:cubicBezTo>
                    <a:lnTo>
                      <a:pt x="9179" y="9749"/>
                    </a:lnTo>
                    <a:cubicBezTo>
                      <a:pt x="9346" y="9749"/>
                      <a:pt x="9484" y="9611"/>
                      <a:pt x="9484" y="9450"/>
                    </a:cubicBezTo>
                    <a:lnTo>
                      <a:pt x="9484" y="8460"/>
                    </a:lnTo>
                    <a:cubicBezTo>
                      <a:pt x="9478" y="8299"/>
                      <a:pt x="9346" y="8167"/>
                      <a:pt x="9179" y="8167"/>
                    </a:cubicBezTo>
                    <a:close/>
                    <a:moveTo>
                      <a:pt x="2492" y="7125"/>
                    </a:moveTo>
                    <a:lnTo>
                      <a:pt x="2492" y="6555"/>
                    </a:lnTo>
                    <a:lnTo>
                      <a:pt x="3154" y="6555"/>
                    </a:lnTo>
                    <a:cubicBezTo>
                      <a:pt x="3355" y="6555"/>
                      <a:pt x="3522" y="6389"/>
                      <a:pt x="3522" y="6187"/>
                    </a:cubicBezTo>
                    <a:lnTo>
                      <a:pt x="3522" y="4576"/>
                    </a:lnTo>
                    <a:cubicBezTo>
                      <a:pt x="3522" y="4374"/>
                      <a:pt x="3355" y="4213"/>
                      <a:pt x="3154" y="4213"/>
                    </a:cubicBezTo>
                    <a:lnTo>
                      <a:pt x="2492" y="4213"/>
                    </a:lnTo>
                    <a:lnTo>
                      <a:pt x="2492" y="3569"/>
                    </a:lnTo>
                    <a:lnTo>
                      <a:pt x="7004" y="3569"/>
                    </a:lnTo>
                    <a:lnTo>
                      <a:pt x="7004" y="4213"/>
                    </a:lnTo>
                    <a:lnTo>
                      <a:pt x="6342" y="4213"/>
                    </a:lnTo>
                    <a:cubicBezTo>
                      <a:pt x="6141" y="4213"/>
                      <a:pt x="5974" y="4374"/>
                      <a:pt x="5974" y="4576"/>
                    </a:cubicBezTo>
                    <a:lnTo>
                      <a:pt x="5974" y="6187"/>
                    </a:lnTo>
                    <a:cubicBezTo>
                      <a:pt x="5974" y="6389"/>
                      <a:pt x="6141" y="6555"/>
                      <a:pt x="6342" y="6555"/>
                    </a:cubicBezTo>
                    <a:lnTo>
                      <a:pt x="7004" y="6555"/>
                    </a:lnTo>
                    <a:lnTo>
                      <a:pt x="7004" y="7125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Google Shape;845;p47"/>
              <p:cNvSpPr/>
              <p:nvPr/>
            </p:nvSpPr>
            <p:spPr>
              <a:xfrm>
                <a:off x="7606756" y="2424280"/>
                <a:ext cx="734330" cy="766186"/>
              </a:xfrm>
              <a:custGeom>
                <a:avLst/>
                <a:gdLst/>
                <a:ahLst/>
                <a:cxnLst/>
                <a:rect l="l" t="t" r="r" b="b"/>
                <a:pathLst>
                  <a:path w="12632" h="13180" extrusionOk="0">
                    <a:moveTo>
                      <a:pt x="12131" y="13179"/>
                    </a:moveTo>
                    <a:lnTo>
                      <a:pt x="495" y="13179"/>
                    </a:lnTo>
                    <a:cubicBezTo>
                      <a:pt x="219" y="13179"/>
                      <a:pt x="0" y="12955"/>
                      <a:pt x="0" y="12684"/>
                    </a:cubicBezTo>
                    <a:lnTo>
                      <a:pt x="0" y="495"/>
                    </a:lnTo>
                    <a:cubicBezTo>
                      <a:pt x="0" y="225"/>
                      <a:pt x="219" y="1"/>
                      <a:pt x="495" y="1"/>
                    </a:cubicBezTo>
                    <a:lnTo>
                      <a:pt x="12131" y="1"/>
                    </a:lnTo>
                    <a:cubicBezTo>
                      <a:pt x="12407" y="1"/>
                      <a:pt x="12632" y="225"/>
                      <a:pt x="12632" y="495"/>
                    </a:cubicBezTo>
                    <a:lnTo>
                      <a:pt x="12632" y="12684"/>
                    </a:lnTo>
                    <a:cubicBezTo>
                      <a:pt x="12620" y="12960"/>
                      <a:pt x="12407" y="13179"/>
                      <a:pt x="12131" y="1317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Google Shape;846;p47"/>
              <p:cNvSpPr/>
              <p:nvPr/>
            </p:nvSpPr>
            <p:spPr>
              <a:xfrm>
                <a:off x="7737551" y="2539381"/>
                <a:ext cx="472443" cy="578825"/>
              </a:xfrm>
              <a:custGeom>
                <a:avLst/>
                <a:gdLst/>
                <a:ahLst/>
                <a:cxnLst/>
                <a:rect l="l" t="t" r="r" b="b"/>
                <a:pathLst>
                  <a:path w="8127" h="9957" extrusionOk="0">
                    <a:moveTo>
                      <a:pt x="8126" y="662"/>
                    </a:moveTo>
                    <a:cubicBezTo>
                      <a:pt x="8126" y="1025"/>
                      <a:pt x="6308" y="1324"/>
                      <a:pt x="4063" y="1324"/>
                    </a:cubicBezTo>
                    <a:cubicBezTo>
                      <a:pt x="1819" y="1324"/>
                      <a:pt x="0" y="1025"/>
                      <a:pt x="0" y="662"/>
                    </a:cubicBezTo>
                    <a:cubicBezTo>
                      <a:pt x="0" y="294"/>
                      <a:pt x="1819" y="0"/>
                      <a:pt x="4063" y="0"/>
                    </a:cubicBezTo>
                    <a:cubicBezTo>
                      <a:pt x="6308" y="0"/>
                      <a:pt x="8126" y="294"/>
                      <a:pt x="8126" y="662"/>
                    </a:cubicBezTo>
                    <a:close/>
                    <a:moveTo>
                      <a:pt x="8126" y="1387"/>
                    </a:moveTo>
                    <a:lnTo>
                      <a:pt x="8126" y="3539"/>
                    </a:lnTo>
                    <a:cubicBezTo>
                      <a:pt x="8126" y="3902"/>
                      <a:pt x="6308" y="4201"/>
                      <a:pt x="4063" y="4201"/>
                    </a:cubicBezTo>
                    <a:cubicBezTo>
                      <a:pt x="1819" y="4201"/>
                      <a:pt x="0" y="3902"/>
                      <a:pt x="0" y="3539"/>
                    </a:cubicBezTo>
                    <a:lnTo>
                      <a:pt x="0" y="1387"/>
                    </a:lnTo>
                    <a:cubicBezTo>
                      <a:pt x="0" y="1755"/>
                      <a:pt x="1819" y="2049"/>
                      <a:pt x="4063" y="2049"/>
                    </a:cubicBezTo>
                    <a:cubicBezTo>
                      <a:pt x="6308" y="2049"/>
                      <a:pt x="8126" y="1755"/>
                      <a:pt x="8126" y="1387"/>
                    </a:cubicBezTo>
                    <a:close/>
                    <a:moveTo>
                      <a:pt x="7510" y="2941"/>
                    </a:moveTo>
                    <a:cubicBezTo>
                      <a:pt x="7510" y="2768"/>
                      <a:pt x="7366" y="2624"/>
                      <a:pt x="7194" y="2624"/>
                    </a:cubicBezTo>
                    <a:cubicBezTo>
                      <a:pt x="7021" y="2624"/>
                      <a:pt x="6877" y="2768"/>
                      <a:pt x="6877" y="2941"/>
                    </a:cubicBezTo>
                    <a:cubicBezTo>
                      <a:pt x="6877" y="3114"/>
                      <a:pt x="7021" y="3257"/>
                      <a:pt x="7194" y="3257"/>
                    </a:cubicBezTo>
                    <a:cubicBezTo>
                      <a:pt x="7366" y="3257"/>
                      <a:pt x="7510" y="3114"/>
                      <a:pt x="7510" y="2941"/>
                    </a:cubicBezTo>
                    <a:close/>
                    <a:moveTo>
                      <a:pt x="8126" y="4265"/>
                    </a:moveTo>
                    <a:lnTo>
                      <a:pt x="8126" y="6417"/>
                    </a:lnTo>
                    <a:cubicBezTo>
                      <a:pt x="8126" y="6779"/>
                      <a:pt x="6308" y="7079"/>
                      <a:pt x="4063" y="7079"/>
                    </a:cubicBezTo>
                    <a:cubicBezTo>
                      <a:pt x="1819" y="7079"/>
                      <a:pt x="0" y="6779"/>
                      <a:pt x="0" y="6417"/>
                    </a:cubicBezTo>
                    <a:lnTo>
                      <a:pt x="0" y="4265"/>
                    </a:lnTo>
                    <a:cubicBezTo>
                      <a:pt x="0" y="4633"/>
                      <a:pt x="1819" y="4926"/>
                      <a:pt x="4063" y="4926"/>
                    </a:cubicBezTo>
                    <a:cubicBezTo>
                      <a:pt x="6308" y="4926"/>
                      <a:pt x="8126" y="4633"/>
                      <a:pt x="8126" y="4265"/>
                    </a:cubicBezTo>
                    <a:close/>
                    <a:moveTo>
                      <a:pt x="7510" y="5818"/>
                    </a:moveTo>
                    <a:cubicBezTo>
                      <a:pt x="7510" y="5646"/>
                      <a:pt x="7366" y="5502"/>
                      <a:pt x="7194" y="5502"/>
                    </a:cubicBezTo>
                    <a:cubicBezTo>
                      <a:pt x="7021" y="5502"/>
                      <a:pt x="6877" y="5646"/>
                      <a:pt x="6877" y="5818"/>
                    </a:cubicBezTo>
                    <a:cubicBezTo>
                      <a:pt x="6877" y="5991"/>
                      <a:pt x="7021" y="6135"/>
                      <a:pt x="7194" y="6135"/>
                    </a:cubicBezTo>
                    <a:cubicBezTo>
                      <a:pt x="7366" y="6135"/>
                      <a:pt x="7510" y="5991"/>
                      <a:pt x="7510" y="5818"/>
                    </a:cubicBezTo>
                    <a:close/>
                    <a:moveTo>
                      <a:pt x="8126" y="7142"/>
                    </a:moveTo>
                    <a:lnTo>
                      <a:pt x="8126" y="9294"/>
                    </a:lnTo>
                    <a:cubicBezTo>
                      <a:pt x="8126" y="9657"/>
                      <a:pt x="6308" y="9956"/>
                      <a:pt x="4063" y="9956"/>
                    </a:cubicBezTo>
                    <a:cubicBezTo>
                      <a:pt x="1819" y="9956"/>
                      <a:pt x="0" y="9657"/>
                      <a:pt x="0" y="9294"/>
                    </a:cubicBezTo>
                    <a:lnTo>
                      <a:pt x="0" y="7142"/>
                    </a:lnTo>
                    <a:cubicBezTo>
                      <a:pt x="0" y="7510"/>
                      <a:pt x="1819" y="7804"/>
                      <a:pt x="4063" y="7804"/>
                    </a:cubicBezTo>
                    <a:cubicBezTo>
                      <a:pt x="6308" y="7804"/>
                      <a:pt x="8126" y="7510"/>
                      <a:pt x="8126" y="7142"/>
                    </a:cubicBezTo>
                    <a:close/>
                    <a:moveTo>
                      <a:pt x="7510" y="8696"/>
                    </a:moveTo>
                    <a:cubicBezTo>
                      <a:pt x="7510" y="8523"/>
                      <a:pt x="7366" y="8379"/>
                      <a:pt x="7194" y="8379"/>
                    </a:cubicBezTo>
                    <a:cubicBezTo>
                      <a:pt x="7021" y="8379"/>
                      <a:pt x="6877" y="8523"/>
                      <a:pt x="6877" y="8696"/>
                    </a:cubicBezTo>
                    <a:cubicBezTo>
                      <a:pt x="6877" y="8868"/>
                      <a:pt x="7021" y="9012"/>
                      <a:pt x="7194" y="9012"/>
                    </a:cubicBezTo>
                    <a:cubicBezTo>
                      <a:pt x="7366" y="9012"/>
                      <a:pt x="7510" y="8868"/>
                      <a:pt x="7510" y="869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Google Shape;847;p47"/>
              <p:cNvSpPr/>
              <p:nvPr/>
            </p:nvSpPr>
            <p:spPr>
              <a:xfrm>
                <a:off x="7990132" y="1845523"/>
                <a:ext cx="249912" cy="202824"/>
              </a:xfrm>
              <a:custGeom>
                <a:avLst/>
                <a:gdLst/>
                <a:ahLst/>
                <a:cxnLst/>
                <a:rect l="l" t="t" r="r" b="b"/>
                <a:pathLst>
                  <a:path w="4299" h="3489" extrusionOk="0">
                    <a:moveTo>
                      <a:pt x="2331" y="6"/>
                    </a:moveTo>
                    <a:lnTo>
                      <a:pt x="4299" y="6"/>
                    </a:lnTo>
                    <a:lnTo>
                      <a:pt x="4299" y="1508"/>
                    </a:lnTo>
                    <a:lnTo>
                      <a:pt x="4299" y="1986"/>
                    </a:lnTo>
                    <a:lnTo>
                      <a:pt x="4299" y="1998"/>
                    </a:lnTo>
                    <a:cubicBezTo>
                      <a:pt x="4299" y="2821"/>
                      <a:pt x="3631" y="3488"/>
                      <a:pt x="2814" y="3488"/>
                    </a:cubicBezTo>
                    <a:lnTo>
                      <a:pt x="2331" y="3488"/>
                    </a:lnTo>
                    <a:lnTo>
                      <a:pt x="2331" y="2826"/>
                    </a:lnTo>
                    <a:cubicBezTo>
                      <a:pt x="2854" y="2826"/>
                      <a:pt x="3021" y="2366"/>
                      <a:pt x="3062" y="1992"/>
                    </a:cubicBezTo>
                    <a:lnTo>
                      <a:pt x="2331" y="1992"/>
                    </a:lnTo>
                    <a:lnTo>
                      <a:pt x="2331" y="6"/>
                    </a:lnTo>
                    <a:close/>
                    <a:moveTo>
                      <a:pt x="0" y="1986"/>
                    </a:moveTo>
                    <a:lnTo>
                      <a:pt x="731" y="1986"/>
                    </a:lnTo>
                    <a:cubicBezTo>
                      <a:pt x="691" y="2360"/>
                      <a:pt x="524" y="2821"/>
                      <a:pt x="0" y="2821"/>
                    </a:cubicBezTo>
                    <a:lnTo>
                      <a:pt x="0" y="3482"/>
                    </a:lnTo>
                    <a:lnTo>
                      <a:pt x="484" y="3482"/>
                    </a:lnTo>
                    <a:cubicBezTo>
                      <a:pt x="1301" y="3482"/>
                      <a:pt x="1968" y="2815"/>
                      <a:pt x="1968" y="1992"/>
                    </a:cubicBezTo>
                    <a:lnTo>
                      <a:pt x="1968" y="1980"/>
                    </a:lnTo>
                    <a:lnTo>
                      <a:pt x="1968" y="1503"/>
                    </a:lnTo>
                    <a:lnTo>
                      <a:pt x="1968" y="1"/>
                    </a:lnTo>
                    <a:lnTo>
                      <a:pt x="0" y="1"/>
                    </a:lnTo>
                    <a:lnTo>
                      <a:pt x="0" y="198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Google Shape;848;p47"/>
              <p:cNvSpPr/>
              <p:nvPr/>
            </p:nvSpPr>
            <p:spPr>
              <a:xfrm>
                <a:off x="5923042" y="2617975"/>
                <a:ext cx="480407" cy="493836"/>
              </a:xfrm>
              <a:custGeom>
                <a:avLst/>
                <a:gdLst/>
                <a:ahLst/>
                <a:cxnLst/>
                <a:rect l="l" t="t" r="r" b="b"/>
                <a:pathLst>
                  <a:path w="8264" h="8495" extrusionOk="0">
                    <a:moveTo>
                      <a:pt x="7999" y="7119"/>
                    </a:moveTo>
                    <a:lnTo>
                      <a:pt x="7366" y="7119"/>
                    </a:lnTo>
                    <a:lnTo>
                      <a:pt x="7366" y="6216"/>
                    </a:lnTo>
                    <a:lnTo>
                      <a:pt x="6348" y="6216"/>
                    </a:lnTo>
                    <a:lnTo>
                      <a:pt x="6348" y="5715"/>
                    </a:lnTo>
                    <a:lnTo>
                      <a:pt x="6923" y="5715"/>
                    </a:lnTo>
                    <a:cubicBezTo>
                      <a:pt x="7096" y="5715"/>
                      <a:pt x="7240" y="5571"/>
                      <a:pt x="7240" y="5399"/>
                    </a:cubicBezTo>
                    <a:lnTo>
                      <a:pt x="7240" y="4000"/>
                    </a:lnTo>
                    <a:cubicBezTo>
                      <a:pt x="7240" y="3828"/>
                      <a:pt x="7096" y="3684"/>
                      <a:pt x="6923" y="3684"/>
                    </a:cubicBezTo>
                    <a:lnTo>
                      <a:pt x="6348" y="3684"/>
                    </a:lnTo>
                    <a:lnTo>
                      <a:pt x="6348" y="2867"/>
                    </a:lnTo>
                    <a:lnTo>
                      <a:pt x="4253" y="2867"/>
                    </a:lnTo>
                    <a:lnTo>
                      <a:pt x="4253" y="2274"/>
                    </a:lnTo>
                    <a:lnTo>
                      <a:pt x="5928" y="2274"/>
                    </a:lnTo>
                    <a:cubicBezTo>
                      <a:pt x="6089" y="2274"/>
                      <a:pt x="6221" y="2141"/>
                      <a:pt x="6221" y="1975"/>
                    </a:cubicBezTo>
                    <a:lnTo>
                      <a:pt x="6221" y="294"/>
                    </a:lnTo>
                    <a:cubicBezTo>
                      <a:pt x="6221" y="133"/>
                      <a:pt x="6094" y="1"/>
                      <a:pt x="5928" y="1"/>
                    </a:cubicBezTo>
                    <a:lnTo>
                      <a:pt x="2331" y="1"/>
                    </a:lnTo>
                    <a:cubicBezTo>
                      <a:pt x="2175" y="1"/>
                      <a:pt x="2037" y="127"/>
                      <a:pt x="2037" y="294"/>
                    </a:cubicBezTo>
                    <a:lnTo>
                      <a:pt x="2037" y="1975"/>
                    </a:lnTo>
                    <a:cubicBezTo>
                      <a:pt x="2037" y="2136"/>
                      <a:pt x="2164" y="2274"/>
                      <a:pt x="2331" y="2274"/>
                    </a:cubicBezTo>
                    <a:lnTo>
                      <a:pt x="4005" y="2274"/>
                    </a:lnTo>
                    <a:lnTo>
                      <a:pt x="4005" y="2867"/>
                    </a:lnTo>
                    <a:lnTo>
                      <a:pt x="1916" y="2867"/>
                    </a:lnTo>
                    <a:lnTo>
                      <a:pt x="1916" y="3684"/>
                    </a:lnTo>
                    <a:lnTo>
                      <a:pt x="1341" y="3684"/>
                    </a:lnTo>
                    <a:cubicBezTo>
                      <a:pt x="1168" y="3684"/>
                      <a:pt x="1024" y="3828"/>
                      <a:pt x="1024" y="4000"/>
                    </a:cubicBezTo>
                    <a:lnTo>
                      <a:pt x="1024" y="5399"/>
                    </a:lnTo>
                    <a:cubicBezTo>
                      <a:pt x="1024" y="5571"/>
                      <a:pt x="1168" y="5715"/>
                      <a:pt x="1341" y="5715"/>
                    </a:cubicBezTo>
                    <a:lnTo>
                      <a:pt x="1916" y="5715"/>
                    </a:lnTo>
                    <a:lnTo>
                      <a:pt x="1916" y="6216"/>
                    </a:lnTo>
                    <a:lnTo>
                      <a:pt x="892" y="6216"/>
                    </a:lnTo>
                    <a:lnTo>
                      <a:pt x="892" y="7119"/>
                    </a:lnTo>
                    <a:lnTo>
                      <a:pt x="259" y="7119"/>
                    </a:lnTo>
                    <a:cubicBezTo>
                      <a:pt x="115" y="7119"/>
                      <a:pt x="0" y="7234"/>
                      <a:pt x="0" y="7378"/>
                    </a:cubicBezTo>
                    <a:lnTo>
                      <a:pt x="0" y="8236"/>
                    </a:lnTo>
                    <a:cubicBezTo>
                      <a:pt x="0" y="8380"/>
                      <a:pt x="115" y="8495"/>
                      <a:pt x="259" y="8495"/>
                    </a:cubicBezTo>
                    <a:lnTo>
                      <a:pt x="1778" y="8495"/>
                    </a:lnTo>
                    <a:cubicBezTo>
                      <a:pt x="1922" y="8495"/>
                      <a:pt x="2037" y="8380"/>
                      <a:pt x="2037" y="8236"/>
                    </a:cubicBezTo>
                    <a:lnTo>
                      <a:pt x="2037" y="7378"/>
                    </a:lnTo>
                    <a:cubicBezTo>
                      <a:pt x="2037" y="7234"/>
                      <a:pt x="1922" y="7119"/>
                      <a:pt x="1778" y="7119"/>
                    </a:cubicBezTo>
                    <a:lnTo>
                      <a:pt x="1145" y="7119"/>
                    </a:lnTo>
                    <a:lnTo>
                      <a:pt x="1145" y="6463"/>
                    </a:lnTo>
                    <a:lnTo>
                      <a:pt x="4005" y="6463"/>
                    </a:lnTo>
                    <a:lnTo>
                      <a:pt x="4005" y="7119"/>
                    </a:lnTo>
                    <a:lnTo>
                      <a:pt x="3372" y="7119"/>
                    </a:lnTo>
                    <a:cubicBezTo>
                      <a:pt x="3229" y="7119"/>
                      <a:pt x="3113" y="7234"/>
                      <a:pt x="3113" y="7378"/>
                    </a:cubicBezTo>
                    <a:lnTo>
                      <a:pt x="3113" y="8236"/>
                    </a:lnTo>
                    <a:cubicBezTo>
                      <a:pt x="3113" y="8380"/>
                      <a:pt x="3229" y="8495"/>
                      <a:pt x="3372" y="8495"/>
                    </a:cubicBezTo>
                    <a:lnTo>
                      <a:pt x="4892" y="8495"/>
                    </a:lnTo>
                    <a:cubicBezTo>
                      <a:pt x="5036" y="8495"/>
                      <a:pt x="5151" y="8380"/>
                      <a:pt x="5151" y="8236"/>
                    </a:cubicBezTo>
                    <a:lnTo>
                      <a:pt x="5151" y="7378"/>
                    </a:lnTo>
                    <a:cubicBezTo>
                      <a:pt x="5151" y="7234"/>
                      <a:pt x="5036" y="7119"/>
                      <a:pt x="4892" y="7119"/>
                    </a:cubicBezTo>
                    <a:lnTo>
                      <a:pt x="4259" y="7119"/>
                    </a:lnTo>
                    <a:lnTo>
                      <a:pt x="4259" y="6463"/>
                    </a:lnTo>
                    <a:lnTo>
                      <a:pt x="7119" y="6463"/>
                    </a:lnTo>
                    <a:lnTo>
                      <a:pt x="7119" y="7119"/>
                    </a:lnTo>
                    <a:lnTo>
                      <a:pt x="6486" y="7119"/>
                    </a:lnTo>
                    <a:cubicBezTo>
                      <a:pt x="6342" y="7119"/>
                      <a:pt x="6227" y="7234"/>
                      <a:pt x="6227" y="7378"/>
                    </a:cubicBezTo>
                    <a:lnTo>
                      <a:pt x="6227" y="8236"/>
                    </a:lnTo>
                    <a:cubicBezTo>
                      <a:pt x="6227" y="8380"/>
                      <a:pt x="6342" y="8495"/>
                      <a:pt x="6486" y="8495"/>
                    </a:cubicBezTo>
                    <a:lnTo>
                      <a:pt x="8005" y="8495"/>
                    </a:lnTo>
                    <a:cubicBezTo>
                      <a:pt x="8149" y="8495"/>
                      <a:pt x="8264" y="8380"/>
                      <a:pt x="8264" y="8236"/>
                    </a:cubicBezTo>
                    <a:lnTo>
                      <a:pt x="8264" y="7378"/>
                    </a:lnTo>
                    <a:cubicBezTo>
                      <a:pt x="8264" y="7234"/>
                      <a:pt x="8143" y="7119"/>
                      <a:pt x="7999" y="7119"/>
                    </a:cubicBezTo>
                    <a:close/>
                    <a:moveTo>
                      <a:pt x="2164" y="6216"/>
                    </a:moveTo>
                    <a:lnTo>
                      <a:pt x="2164" y="5715"/>
                    </a:lnTo>
                    <a:lnTo>
                      <a:pt x="2739" y="5715"/>
                    </a:lnTo>
                    <a:cubicBezTo>
                      <a:pt x="2912" y="5715"/>
                      <a:pt x="3056" y="5571"/>
                      <a:pt x="3056" y="5399"/>
                    </a:cubicBezTo>
                    <a:lnTo>
                      <a:pt x="3056" y="4000"/>
                    </a:lnTo>
                    <a:cubicBezTo>
                      <a:pt x="3056" y="3828"/>
                      <a:pt x="2912" y="3684"/>
                      <a:pt x="2739" y="3684"/>
                    </a:cubicBezTo>
                    <a:lnTo>
                      <a:pt x="2164" y="3684"/>
                    </a:lnTo>
                    <a:lnTo>
                      <a:pt x="2164" y="3120"/>
                    </a:lnTo>
                    <a:lnTo>
                      <a:pt x="6100" y="3120"/>
                    </a:lnTo>
                    <a:lnTo>
                      <a:pt x="6100" y="3684"/>
                    </a:lnTo>
                    <a:lnTo>
                      <a:pt x="5525" y="3684"/>
                    </a:lnTo>
                    <a:cubicBezTo>
                      <a:pt x="5352" y="3684"/>
                      <a:pt x="5208" y="3828"/>
                      <a:pt x="5208" y="4000"/>
                    </a:cubicBezTo>
                    <a:lnTo>
                      <a:pt x="5208" y="5399"/>
                    </a:lnTo>
                    <a:cubicBezTo>
                      <a:pt x="5208" y="5571"/>
                      <a:pt x="5352" y="5715"/>
                      <a:pt x="5525" y="5715"/>
                    </a:cubicBezTo>
                    <a:lnTo>
                      <a:pt x="6100" y="5715"/>
                    </a:lnTo>
                    <a:lnTo>
                      <a:pt x="6100" y="621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Google Shape;849;p47"/>
              <p:cNvSpPr/>
              <p:nvPr/>
            </p:nvSpPr>
            <p:spPr>
              <a:xfrm>
                <a:off x="6583703" y="1728446"/>
                <a:ext cx="289442" cy="354318"/>
              </a:xfrm>
              <a:custGeom>
                <a:avLst/>
                <a:gdLst/>
                <a:ahLst/>
                <a:cxnLst/>
                <a:rect l="l" t="t" r="r" b="b"/>
                <a:pathLst>
                  <a:path w="4979" h="6095" extrusionOk="0">
                    <a:moveTo>
                      <a:pt x="4979" y="403"/>
                    </a:moveTo>
                    <a:cubicBezTo>
                      <a:pt x="4979" y="628"/>
                      <a:pt x="3862" y="806"/>
                      <a:pt x="2493" y="806"/>
                    </a:cubicBezTo>
                    <a:cubicBezTo>
                      <a:pt x="1117" y="806"/>
                      <a:pt x="1" y="628"/>
                      <a:pt x="1" y="403"/>
                    </a:cubicBezTo>
                    <a:cubicBezTo>
                      <a:pt x="1" y="179"/>
                      <a:pt x="1117" y="1"/>
                      <a:pt x="2493" y="1"/>
                    </a:cubicBezTo>
                    <a:cubicBezTo>
                      <a:pt x="3862" y="1"/>
                      <a:pt x="4979" y="179"/>
                      <a:pt x="4979" y="403"/>
                    </a:cubicBezTo>
                    <a:close/>
                    <a:moveTo>
                      <a:pt x="4979" y="847"/>
                    </a:moveTo>
                    <a:lnTo>
                      <a:pt x="4979" y="2164"/>
                    </a:lnTo>
                    <a:cubicBezTo>
                      <a:pt x="4979" y="2389"/>
                      <a:pt x="3862" y="2567"/>
                      <a:pt x="2493" y="2567"/>
                    </a:cubicBezTo>
                    <a:cubicBezTo>
                      <a:pt x="1117" y="2567"/>
                      <a:pt x="1" y="2389"/>
                      <a:pt x="1" y="2164"/>
                    </a:cubicBezTo>
                    <a:lnTo>
                      <a:pt x="1" y="847"/>
                    </a:lnTo>
                    <a:cubicBezTo>
                      <a:pt x="1" y="1071"/>
                      <a:pt x="1117" y="1249"/>
                      <a:pt x="2493" y="1249"/>
                    </a:cubicBezTo>
                    <a:cubicBezTo>
                      <a:pt x="3862" y="1249"/>
                      <a:pt x="4979" y="1071"/>
                      <a:pt x="4979" y="847"/>
                    </a:cubicBezTo>
                    <a:close/>
                    <a:moveTo>
                      <a:pt x="4599" y="1796"/>
                    </a:moveTo>
                    <a:cubicBezTo>
                      <a:pt x="4599" y="1692"/>
                      <a:pt x="4513" y="1606"/>
                      <a:pt x="4403" y="1606"/>
                    </a:cubicBezTo>
                    <a:cubicBezTo>
                      <a:pt x="4294" y="1606"/>
                      <a:pt x="4208" y="1692"/>
                      <a:pt x="4208" y="1796"/>
                    </a:cubicBezTo>
                    <a:cubicBezTo>
                      <a:pt x="4208" y="1905"/>
                      <a:pt x="4294" y="1992"/>
                      <a:pt x="4403" y="1992"/>
                    </a:cubicBezTo>
                    <a:cubicBezTo>
                      <a:pt x="4513" y="1992"/>
                      <a:pt x="4599" y="1905"/>
                      <a:pt x="4599" y="1796"/>
                    </a:cubicBezTo>
                    <a:close/>
                    <a:moveTo>
                      <a:pt x="4979" y="2613"/>
                    </a:moveTo>
                    <a:lnTo>
                      <a:pt x="4979" y="3925"/>
                    </a:lnTo>
                    <a:cubicBezTo>
                      <a:pt x="4979" y="4150"/>
                      <a:pt x="3862" y="4328"/>
                      <a:pt x="2493" y="4328"/>
                    </a:cubicBezTo>
                    <a:cubicBezTo>
                      <a:pt x="1117" y="4328"/>
                      <a:pt x="1" y="4150"/>
                      <a:pt x="1" y="3925"/>
                    </a:cubicBezTo>
                    <a:lnTo>
                      <a:pt x="1" y="2613"/>
                    </a:lnTo>
                    <a:cubicBezTo>
                      <a:pt x="1" y="2832"/>
                      <a:pt x="1117" y="3016"/>
                      <a:pt x="2493" y="3016"/>
                    </a:cubicBezTo>
                    <a:cubicBezTo>
                      <a:pt x="3862" y="3016"/>
                      <a:pt x="4979" y="2832"/>
                      <a:pt x="4979" y="2613"/>
                    </a:cubicBezTo>
                    <a:close/>
                    <a:moveTo>
                      <a:pt x="4599" y="3563"/>
                    </a:moveTo>
                    <a:cubicBezTo>
                      <a:pt x="4599" y="3453"/>
                      <a:pt x="4513" y="3367"/>
                      <a:pt x="4403" y="3367"/>
                    </a:cubicBezTo>
                    <a:cubicBezTo>
                      <a:pt x="4294" y="3367"/>
                      <a:pt x="4208" y="3453"/>
                      <a:pt x="4208" y="3563"/>
                    </a:cubicBezTo>
                    <a:cubicBezTo>
                      <a:pt x="4208" y="3666"/>
                      <a:pt x="4294" y="3753"/>
                      <a:pt x="4403" y="3753"/>
                    </a:cubicBezTo>
                    <a:cubicBezTo>
                      <a:pt x="4513" y="3753"/>
                      <a:pt x="4599" y="3666"/>
                      <a:pt x="4599" y="3563"/>
                    </a:cubicBezTo>
                    <a:close/>
                    <a:moveTo>
                      <a:pt x="4979" y="4374"/>
                    </a:moveTo>
                    <a:lnTo>
                      <a:pt x="4979" y="5692"/>
                    </a:lnTo>
                    <a:cubicBezTo>
                      <a:pt x="4979" y="5911"/>
                      <a:pt x="3862" y="6095"/>
                      <a:pt x="2493" y="6095"/>
                    </a:cubicBezTo>
                    <a:cubicBezTo>
                      <a:pt x="1117" y="6095"/>
                      <a:pt x="1" y="5911"/>
                      <a:pt x="1" y="5692"/>
                    </a:cubicBezTo>
                    <a:lnTo>
                      <a:pt x="1" y="4374"/>
                    </a:lnTo>
                    <a:cubicBezTo>
                      <a:pt x="1" y="4599"/>
                      <a:pt x="1117" y="4777"/>
                      <a:pt x="2493" y="4777"/>
                    </a:cubicBezTo>
                    <a:cubicBezTo>
                      <a:pt x="3862" y="4777"/>
                      <a:pt x="4979" y="4599"/>
                      <a:pt x="4979" y="4374"/>
                    </a:cubicBezTo>
                    <a:close/>
                    <a:moveTo>
                      <a:pt x="4599" y="5324"/>
                    </a:moveTo>
                    <a:cubicBezTo>
                      <a:pt x="4599" y="5214"/>
                      <a:pt x="4513" y="5128"/>
                      <a:pt x="4403" y="5128"/>
                    </a:cubicBezTo>
                    <a:cubicBezTo>
                      <a:pt x="4294" y="5128"/>
                      <a:pt x="4208" y="5214"/>
                      <a:pt x="4208" y="5324"/>
                    </a:cubicBezTo>
                    <a:cubicBezTo>
                      <a:pt x="4208" y="5433"/>
                      <a:pt x="4294" y="5519"/>
                      <a:pt x="4403" y="5519"/>
                    </a:cubicBezTo>
                    <a:cubicBezTo>
                      <a:pt x="4513" y="5519"/>
                      <a:pt x="4599" y="5433"/>
                      <a:pt x="4599" y="532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50" name="Google Shape;850;p47"/>
            <p:cNvGrpSpPr/>
            <p:nvPr/>
          </p:nvGrpSpPr>
          <p:grpSpPr>
            <a:xfrm>
              <a:off x="6440272" y="769535"/>
              <a:ext cx="1749455" cy="858630"/>
              <a:chOff x="6440272" y="769535"/>
              <a:chExt cx="1749455" cy="858630"/>
            </a:xfrm>
          </p:grpSpPr>
          <p:sp>
            <p:nvSpPr>
              <p:cNvPr id="851" name="Google Shape;851;p47"/>
              <p:cNvSpPr/>
              <p:nvPr/>
            </p:nvSpPr>
            <p:spPr>
              <a:xfrm rot="-5400000">
                <a:off x="7670622" y="769535"/>
                <a:ext cx="206055" cy="206055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Google Shape;852;p47"/>
              <p:cNvSpPr/>
              <p:nvPr/>
            </p:nvSpPr>
            <p:spPr>
              <a:xfrm rot="-5400000">
                <a:off x="6440272" y="1282228"/>
                <a:ext cx="139874" cy="139874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Google Shape;853;p47"/>
              <p:cNvSpPr/>
              <p:nvPr/>
            </p:nvSpPr>
            <p:spPr>
              <a:xfrm rot="-5400000">
                <a:off x="7176684" y="923603"/>
                <a:ext cx="139874" cy="139874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Google Shape;854;p47"/>
              <p:cNvSpPr/>
              <p:nvPr/>
            </p:nvSpPr>
            <p:spPr>
              <a:xfrm rot="-5400000">
                <a:off x="7983672" y="1422110"/>
                <a:ext cx="206055" cy="206055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Google Shape;855;p47"/>
              <p:cNvSpPr/>
              <p:nvPr/>
            </p:nvSpPr>
            <p:spPr>
              <a:xfrm rot="-5400000">
                <a:off x="7703709" y="1244278"/>
                <a:ext cx="139874" cy="139874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56" name="Google Shape;856;p47"/>
            <p:cNvSpPr/>
            <p:nvPr/>
          </p:nvSpPr>
          <p:spPr>
            <a:xfrm>
              <a:off x="8189731" y="2120047"/>
              <a:ext cx="412338" cy="411893"/>
            </a:xfrm>
            <a:custGeom>
              <a:avLst/>
              <a:gdLst/>
              <a:ahLst/>
              <a:cxnLst/>
              <a:rect l="l" t="t" r="r" b="b"/>
              <a:pathLst>
                <a:path w="6493" h="6486" fill="none" extrusionOk="0">
                  <a:moveTo>
                    <a:pt x="6486" y="3027"/>
                  </a:moveTo>
                  <a:cubicBezTo>
                    <a:pt x="6475" y="2929"/>
                    <a:pt x="6417" y="2837"/>
                    <a:pt x="6325" y="2803"/>
                  </a:cubicBezTo>
                  <a:lnTo>
                    <a:pt x="6084" y="2693"/>
                  </a:lnTo>
                  <a:cubicBezTo>
                    <a:pt x="6009" y="2665"/>
                    <a:pt x="5951" y="2601"/>
                    <a:pt x="5928" y="2521"/>
                  </a:cubicBezTo>
                  <a:lnTo>
                    <a:pt x="5928" y="2521"/>
                  </a:lnTo>
                  <a:cubicBezTo>
                    <a:pt x="5911" y="2446"/>
                    <a:pt x="5922" y="2365"/>
                    <a:pt x="5974" y="2302"/>
                  </a:cubicBezTo>
                  <a:lnTo>
                    <a:pt x="6130" y="2083"/>
                  </a:lnTo>
                  <a:cubicBezTo>
                    <a:pt x="6187" y="2009"/>
                    <a:pt x="6204" y="1899"/>
                    <a:pt x="6153" y="1813"/>
                  </a:cubicBezTo>
                  <a:cubicBezTo>
                    <a:pt x="6089" y="1681"/>
                    <a:pt x="6014" y="1560"/>
                    <a:pt x="5945" y="1445"/>
                  </a:cubicBezTo>
                  <a:cubicBezTo>
                    <a:pt x="5888" y="1364"/>
                    <a:pt x="5796" y="1312"/>
                    <a:pt x="5692" y="1330"/>
                  </a:cubicBezTo>
                  <a:lnTo>
                    <a:pt x="5427" y="1358"/>
                  </a:lnTo>
                  <a:cubicBezTo>
                    <a:pt x="5347" y="1364"/>
                    <a:pt x="5266" y="1335"/>
                    <a:pt x="5209" y="1278"/>
                  </a:cubicBezTo>
                  <a:lnTo>
                    <a:pt x="5209" y="1278"/>
                  </a:lnTo>
                  <a:cubicBezTo>
                    <a:pt x="5151" y="1220"/>
                    <a:pt x="5122" y="1145"/>
                    <a:pt x="5134" y="1065"/>
                  </a:cubicBezTo>
                  <a:lnTo>
                    <a:pt x="5163" y="800"/>
                  </a:lnTo>
                  <a:cubicBezTo>
                    <a:pt x="5174" y="696"/>
                    <a:pt x="5122" y="604"/>
                    <a:pt x="5048" y="547"/>
                  </a:cubicBezTo>
                  <a:cubicBezTo>
                    <a:pt x="4927" y="466"/>
                    <a:pt x="4806" y="397"/>
                    <a:pt x="4679" y="340"/>
                  </a:cubicBezTo>
                  <a:cubicBezTo>
                    <a:pt x="4593" y="294"/>
                    <a:pt x="4484" y="299"/>
                    <a:pt x="4403" y="357"/>
                  </a:cubicBezTo>
                  <a:lnTo>
                    <a:pt x="4190" y="518"/>
                  </a:lnTo>
                  <a:cubicBezTo>
                    <a:pt x="4127" y="570"/>
                    <a:pt x="4046" y="581"/>
                    <a:pt x="3966" y="558"/>
                  </a:cubicBezTo>
                  <a:lnTo>
                    <a:pt x="3966" y="558"/>
                  </a:lnTo>
                  <a:cubicBezTo>
                    <a:pt x="3885" y="535"/>
                    <a:pt x="3822" y="489"/>
                    <a:pt x="3793" y="409"/>
                  </a:cubicBezTo>
                  <a:lnTo>
                    <a:pt x="3684" y="167"/>
                  </a:lnTo>
                  <a:cubicBezTo>
                    <a:pt x="3649" y="81"/>
                    <a:pt x="3563" y="12"/>
                    <a:pt x="3459" y="6"/>
                  </a:cubicBezTo>
                  <a:cubicBezTo>
                    <a:pt x="3390" y="0"/>
                    <a:pt x="3315" y="0"/>
                    <a:pt x="3246" y="0"/>
                  </a:cubicBezTo>
                  <a:cubicBezTo>
                    <a:pt x="3172" y="0"/>
                    <a:pt x="3103" y="0"/>
                    <a:pt x="3028" y="6"/>
                  </a:cubicBezTo>
                  <a:cubicBezTo>
                    <a:pt x="2930" y="12"/>
                    <a:pt x="2849" y="69"/>
                    <a:pt x="2809" y="167"/>
                  </a:cubicBezTo>
                  <a:lnTo>
                    <a:pt x="2700" y="409"/>
                  </a:lnTo>
                  <a:cubicBezTo>
                    <a:pt x="2671" y="484"/>
                    <a:pt x="2608" y="541"/>
                    <a:pt x="2527" y="558"/>
                  </a:cubicBezTo>
                  <a:lnTo>
                    <a:pt x="2527" y="558"/>
                  </a:lnTo>
                  <a:cubicBezTo>
                    <a:pt x="2446" y="581"/>
                    <a:pt x="2366" y="570"/>
                    <a:pt x="2303" y="518"/>
                  </a:cubicBezTo>
                  <a:lnTo>
                    <a:pt x="2090" y="357"/>
                  </a:lnTo>
                  <a:cubicBezTo>
                    <a:pt x="2009" y="299"/>
                    <a:pt x="1900" y="288"/>
                    <a:pt x="1813" y="340"/>
                  </a:cubicBezTo>
                  <a:cubicBezTo>
                    <a:pt x="1687" y="403"/>
                    <a:pt x="1560" y="472"/>
                    <a:pt x="1445" y="547"/>
                  </a:cubicBezTo>
                  <a:cubicBezTo>
                    <a:pt x="1370" y="604"/>
                    <a:pt x="1319" y="696"/>
                    <a:pt x="1330" y="800"/>
                  </a:cubicBezTo>
                  <a:lnTo>
                    <a:pt x="1359" y="1065"/>
                  </a:lnTo>
                  <a:cubicBezTo>
                    <a:pt x="1370" y="1145"/>
                    <a:pt x="1342" y="1220"/>
                    <a:pt x="1284" y="1278"/>
                  </a:cubicBezTo>
                  <a:lnTo>
                    <a:pt x="1284" y="1278"/>
                  </a:lnTo>
                  <a:cubicBezTo>
                    <a:pt x="1226" y="1335"/>
                    <a:pt x="1146" y="1364"/>
                    <a:pt x="1065" y="1358"/>
                  </a:cubicBezTo>
                  <a:lnTo>
                    <a:pt x="801" y="1330"/>
                  </a:lnTo>
                  <a:cubicBezTo>
                    <a:pt x="697" y="1318"/>
                    <a:pt x="605" y="1364"/>
                    <a:pt x="547" y="1445"/>
                  </a:cubicBezTo>
                  <a:cubicBezTo>
                    <a:pt x="467" y="1560"/>
                    <a:pt x="398" y="1681"/>
                    <a:pt x="340" y="1813"/>
                  </a:cubicBezTo>
                  <a:cubicBezTo>
                    <a:pt x="294" y="1899"/>
                    <a:pt x="306" y="2003"/>
                    <a:pt x="363" y="2083"/>
                  </a:cubicBezTo>
                  <a:lnTo>
                    <a:pt x="519" y="2302"/>
                  </a:lnTo>
                  <a:cubicBezTo>
                    <a:pt x="570" y="2365"/>
                    <a:pt x="582" y="2446"/>
                    <a:pt x="565" y="2521"/>
                  </a:cubicBezTo>
                  <a:lnTo>
                    <a:pt x="565" y="2521"/>
                  </a:lnTo>
                  <a:cubicBezTo>
                    <a:pt x="542" y="2601"/>
                    <a:pt x="490" y="2665"/>
                    <a:pt x="409" y="2693"/>
                  </a:cubicBezTo>
                  <a:lnTo>
                    <a:pt x="168" y="2803"/>
                  </a:lnTo>
                  <a:cubicBezTo>
                    <a:pt x="81" y="2837"/>
                    <a:pt x="18" y="2924"/>
                    <a:pt x="6" y="3027"/>
                  </a:cubicBezTo>
                  <a:cubicBezTo>
                    <a:pt x="1" y="3102"/>
                    <a:pt x="1" y="3171"/>
                    <a:pt x="1" y="3246"/>
                  </a:cubicBezTo>
                  <a:cubicBezTo>
                    <a:pt x="1" y="3315"/>
                    <a:pt x="1" y="3390"/>
                    <a:pt x="6" y="3459"/>
                  </a:cubicBezTo>
                  <a:cubicBezTo>
                    <a:pt x="18" y="3557"/>
                    <a:pt x="75" y="3637"/>
                    <a:pt x="168" y="3683"/>
                  </a:cubicBezTo>
                  <a:lnTo>
                    <a:pt x="409" y="3793"/>
                  </a:lnTo>
                  <a:cubicBezTo>
                    <a:pt x="484" y="3821"/>
                    <a:pt x="542" y="3885"/>
                    <a:pt x="565" y="3965"/>
                  </a:cubicBezTo>
                  <a:lnTo>
                    <a:pt x="565" y="3965"/>
                  </a:lnTo>
                  <a:cubicBezTo>
                    <a:pt x="582" y="4040"/>
                    <a:pt x="570" y="4121"/>
                    <a:pt x="519" y="4184"/>
                  </a:cubicBezTo>
                  <a:lnTo>
                    <a:pt x="363" y="4403"/>
                  </a:lnTo>
                  <a:cubicBezTo>
                    <a:pt x="306" y="4483"/>
                    <a:pt x="288" y="4587"/>
                    <a:pt x="340" y="4673"/>
                  </a:cubicBezTo>
                  <a:cubicBezTo>
                    <a:pt x="404" y="4805"/>
                    <a:pt x="478" y="4926"/>
                    <a:pt x="547" y="5041"/>
                  </a:cubicBezTo>
                  <a:cubicBezTo>
                    <a:pt x="605" y="5122"/>
                    <a:pt x="697" y="5174"/>
                    <a:pt x="801" y="5156"/>
                  </a:cubicBezTo>
                  <a:lnTo>
                    <a:pt x="1065" y="5128"/>
                  </a:lnTo>
                  <a:cubicBezTo>
                    <a:pt x="1146" y="5122"/>
                    <a:pt x="1226" y="5151"/>
                    <a:pt x="1284" y="5208"/>
                  </a:cubicBezTo>
                  <a:lnTo>
                    <a:pt x="1284" y="5208"/>
                  </a:lnTo>
                  <a:cubicBezTo>
                    <a:pt x="1342" y="5266"/>
                    <a:pt x="1370" y="5346"/>
                    <a:pt x="1359" y="5421"/>
                  </a:cubicBezTo>
                  <a:lnTo>
                    <a:pt x="1330" y="5692"/>
                  </a:lnTo>
                  <a:cubicBezTo>
                    <a:pt x="1319" y="5789"/>
                    <a:pt x="1370" y="5882"/>
                    <a:pt x="1445" y="5939"/>
                  </a:cubicBezTo>
                  <a:cubicBezTo>
                    <a:pt x="1560" y="6020"/>
                    <a:pt x="1687" y="6094"/>
                    <a:pt x="1813" y="6152"/>
                  </a:cubicBezTo>
                  <a:cubicBezTo>
                    <a:pt x="1900" y="6192"/>
                    <a:pt x="2009" y="6187"/>
                    <a:pt x="2090" y="6129"/>
                  </a:cubicBezTo>
                  <a:lnTo>
                    <a:pt x="2303" y="5968"/>
                  </a:lnTo>
                  <a:cubicBezTo>
                    <a:pt x="2366" y="5922"/>
                    <a:pt x="2446" y="5905"/>
                    <a:pt x="2527" y="5928"/>
                  </a:cubicBezTo>
                  <a:lnTo>
                    <a:pt x="2527" y="5928"/>
                  </a:lnTo>
                  <a:cubicBezTo>
                    <a:pt x="2608" y="5951"/>
                    <a:pt x="2671" y="5997"/>
                    <a:pt x="2700" y="6077"/>
                  </a:cubicBezTo>
                  <a:lnTo>
                    <a:pt x="2809" y="6325"/>
                  </a:lnTo>
                  <a:cubicBezTo>
                    <a:pt x="2844" y="6411"/>
                    <a:pt x="2930" y="6474"/>
                    <a:pt x="3028" y="6480"/>
                  </a:cubicBezTo>
                  <a:cubicBezTo>
                    <a:pt x="3103" y="6486"/>
                    <a:pt x="3172" y="6486"/>
                    <a:pt x="3246" y="6486"/>
                  </a:cubicBezTo>
                  <a:cubicBezTo>
                    <a:pt x="3315" y="6486"/>
                    <a:pt x="3390" y="6486"/>
                    <a:pt x="3459" y="6480"/>
                  </a:cubicBezTo>
                  <a:cubicBezTo>
                    <a:pt x="3563" y="6474"/>
                    <a:pt x="3643" y="6417"/>
                    <a:pt x="3684" y="6325"/>
                  </a:cubicBezTo>
                  <a:lnTo>
                    <a:pt x="3793" y="6077"/>
                  </a:lnTo>
                  <a:cubicBezTo>
                    <a:pt x="3822" y="6008"/>
                    <a:pt x="3885" y="5951"/>
                    <a:pt x="3966" y="5928"/>
                  </a:cubicBezTo>
                  <a:lnTo>
                    <a:pt x="3966" y="5928"/>
                  </a:lnTo>
                  <a:cubicBezTo>
                    <a:pt x="4046" y="5905"/>
                    <a:pt x="4121" y="5922"/>
                    <a:pt x="4190" y="5968"/>
                  </a:cubicBezTo>
                  <a:lnTo>
                    <a:pt x="4403" y="6129"/>
                  </a:lnTo>
                  <a:cubicBezTo>
                    <a:pt x="4484" y="6187"/>
                    <a:pt x="4593" y="6198"/>
                    <a:pt x="4679" y="6152"/>
                  </a:cubicBezTo>
                  <a:cubicBezTo>
                    <a:pt x="4806" y="6083"/>
                    <a:pt x="4927" y="6014"/>
                    <a:pt x="5048" y="5939"/>
                  </a:cubicBezTo>
                  <a:cubicBezTo>
                    <a:pt x="5122" y="5882"/>
                    <a:pt x="5174" y="5789"/>
                    <a:pt x="5163" y="5692"/>
                  </a:cubicBezTo>
                  <a:lnTo>
                    <a:pt x="5134" y="5421"/>
                  </a:lnTo>
                  <a:cubicBezTo>
                    <a:pt x="5122" y="5346"/>
                    <a:pt x="5151" y="5266"/>
                    <a:pt x="5209" y="5208"/>
                  </a:cubicBezTo>
                  <a:lnTo>
                    <a:pt x="5209" y="5208"/>
                  </a:lnTo>
                  <a:cubicBezTo>
                    <a:pt x="5266" y="5151"/>
                    <a:pt x="5347" y="5122"/>
                    <a:pt x="5427" y="5128"/>
                  </a:cubicBezTo>
                  <a:lnTo>
                    <a:pt x="5692" y="5156"/>
                  </a:lnTo>
                  <a:cubicBezTo>
                    <a:pt x="5796" y="5174"/>
                    <a:pt x="5888" y="5122"/>
                    <a:pt x="5945" y="5041"/>
                  </a:cubicBezTo>
                  <a:cubicBezTo>
                    <a:pt x="6026" y="4926"/>
                    <a:pt x="6095" y="4805"/>
                    <a:pt x="6153" y="4673"/>
                  </a:cubicBezTo>
                  <a:cubicBezTo>
                    <a:pt x="6199" y="4587"/>
                    <a:pt x="6187" y="4483"/>
                    <a:pt x="6130" y="4403"/>
                  </a:cubicBezTo>
                  <a:lnTo>
                    <a:pt x="5974" y="4184"/>
                  </a:lnTo>
                  <a:cubicBezTo>
                    <a:pt x="5922" y="4121"/>
                    <a:pt x="5911" y="4040"/>
                    <a:pt x="5928" y="3965"/>
                  </a:cubicBezTo>
                  <a:lnTo>
                    <a:pt x="5928" y="3965"/>
                  </a:lnTo>
                  <a:cubicBezTo>
                    <a:pt x="5951" y="3885"/>
                    <a:pt x="6003" y="3821"/>
                    <a:pt x="6084" y="3793"/>
                  </a:cubicBezTo>
                  <a:lnTo>
                    <a:pt x="6325" y="3683"/>
                  </a:lnTo>
                  <a:cubicBezTo>
                    <a:pt x="6412" y="3649"/>
                    <a:pt x="6475" y="3562"/>
                    <a:pt x="6486" y="3459"/>
                  </a:cubicBezTo>
                  <a:cubicBezTo>
                    <a:pt x="6492" y="3390"/>
                    <a:pt x="6492" y="3315"/>
                    <a:pt x="6492" y="3246"/>
                  </a:cubicBezTo>
                  <a:cubicBezTo>
                    <a:pt x="6492" y="3171"/>
                    <a:pt x="6486" y="3102"/>
                    <a:pt x="6486" y="3027"/>
                  </a:cubicBezTo>
                  <a:close/>
                  <a:moveTo>
                    <a:pt x="3246" y="4368"/>
                  </a:moveTo>
                  <a:cubicBezTo>
                    <a:pt x="2625" y="4368"/>
                    <a:pt x="2124" y="3862"/>
                    <a:pt x="2124" y="3246"/>
                  </a:cubicBezTo>
                  <a:cubicBezTo>
                    <a:pt x="2124" y="2624"/>
                    <a:pt x="2625" y="2124"/>
                    <a:pt x="3246" y="2124"/>
                  </a:cubicBezTo>
                  <a:cubicBezTo>
                    <a:pt x="3868" y="2124"/>
                    <a:pt x="4369" y="2624"/>
                    <a:pt x="4369" y="3246"/>
                  </a:cubicBezTo>
                  <a:cubicBezTo>
                    <a:pt x="4369" y="3862"/>
                    <a:pt x="3868" y="4368"/>
                    <a:pt x="3246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w="19050" cap="flat" cmpd="sng">
              <a:solidFill>
                <a:schemeClr val="dk2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47"/>
            <p:cNvSpPr/>
            <p:nvPr/>
          </p:nvSpPr>
          <p:spPr>
            <a:xfrm>
              <a:off x="7235030" y="2898432"/>
              <a:ext cx="259947" cy="259667"/>
            </a:xfrm>
            <a:custGeom>
              <a:avLst/>
              <a:gdLst/>
              <a:ahLst/>
              <a:cxnLst/>
              <a:rect l="l" t="t" r="r" b="b"/>
              <a:pathLst>
                <a:path w="6493" h="6486" fill="none" extrusionOk="0">
                  <a:moveTo>
                    <a:pt x="6486" y="3027"/>
                  </a:moveTo>
                  <a:cubicBezTo>
                    <a:pt x="6475" y="2929"/>
                    <a:pt x="6417" y="2837"/>
                    <a:pt x="6325" y="2803"/>
                  </a:cubicBezTo>
                  <a:lnTo>
                    <a:pt x="6084" y="2693"/>
                  </a:lnTo>
                  <a:cubicBezTo>
                    <a:pt x="6009" y="2665"/>
                    <a:pt x="5951" y="2601"/>
                    <a:pt x="5928" y="2521"/>
                  </a:cubicBezTo>
                  <a:lnTo>
                    <a:pt x="5928" y="2521"/>
                  </a:lnTo>
                  <a:cubicBezTo>
                    <a:pt x="5911" y="2446"/>
                    <a:pt x="5922" y="2365"/>
                    <a:pt x="5974" y="2302"/>
                  </a:cubicBezTo>
                  <a:lnTo>
                    <a:pt x="6130" y="2083"/>
                  </a:lnTo>
                  <a:cubicBezTo>
                    <a:pt x="6187" y="2009"/>
                    <a:pt x="6204" y="1899"/>
                    <a:pt x="6153" y="1813"/>
                  </a:cubicBezTo>
                  <a:cubicBezTo>
                    <a:pt x="6089" y="1681"/>
                    <a:pt x="6014" y="1560"/>
                    <a:pt x="5945" y="1445"/>
                  </a:cubicBezTo>
                  <a:cubicBezTo>
                    <a:pt x="5888" y="1364"/>
                    <a:pt x="5796" y="1312"/>
                    <a:pt x="5692" y="1330"/>
                  </a:cubicBezTo>
                  <a:lnTo>
                    <a:pt x="5427" y="1358"/>
                  </a:lnTo>
                  <a:cubicBezTo>
                    <a:pt x="5347" y="1364"/>
                    <a:pt x="5266" y="1335"/>
                    <a:pt x="5209" y="1278"/>
                  </a:cubicBezTo>
                  <a:lnTo>
                    <a:pt x="5209" y="1278"/>
                  </a:lnTo>
                  <a:cubicBezTo>
                    <a:pt x="5151" y="1220"/>
                    <a:pt x="5122" y="1145"/>
                    <a:pt x="5134" y="1065"/>
                  </a:cubicBezTo>
                  <a:lnTo>
                    <a:pt x="5163" y="800"/>
                  </a:lnTo>
                  <a:cubicBezTo>
                    <a:pt x="5174" y="696"/>
                    <a:pt x="5122" y="604"/>
                    <a:pt x="5048" y="547"/>
                  </a:cubicBezTo>
                  <a:cubicBezTo>
                    <a:pt x="4927" y="466"/>
                    <a:pt x="4806" y="397"/>
                    <a:pt x="4679" y="340"/>
                  </a:cubicBezTo>
                  <a:cubicBezTo>
                    <a:pt x="4593" y="294"/>
                    <a:pt x="4484" y="299"/>
                    <a:pt x="4403" y="357"/>
                  </a:cubicBezTo>
                  <a:lnTo>
                    <a:pt x="4190" y="518"/>
                  </a:lnTo>
                  <a:cubicBezTo>
                    <a:pt x="4127" y="570"/>
                    <a:pt x="4046" y="581"/>
                    <a:pt x="3966" y="558"/>
                  </a:cubicBezTo>
                  <a:lnTo>
                    <a:pt x="3966" y="558"/>
                  </a:lnTo>
                  <a:cubicBezTo>
                    <a:pt x="3885" y="535"/>
                    <a:pt x="3822" y="489"/>
                    <a:pt x="3793" y="409"/>
                  </a:cubicBezTo>
                  <a:lnTo>
                    <a:pt x="3684" y="167"/>
                  </a:lnTo>
                  <a:cubicBezTo>
                    <a:pt x="3649" y="81"/>
                    <a:pt x="3563" y="12"/>
                    <a:pt x="3459" y="6"/>
                  </a:cubicBezTo>
                  <a:cubicBezTo>
                    <a:pt x="3390" y="0"/>
                    <a:pt x="3315" y="0"/>
                    <a:pt x="3246" y="0"/>
                  </a:cubicBezTo>
                  <a:cubicBezTo>
                    <a:pt x="3172" y="0"/>
                    <a:pt x="3103" y="0"/>
                    <a:pt x="3028" y="6"/>
                  </a:cubicBezTo>
                  <a:cubicBezTo>
                    <a:pt x="2930" y="12"/>
                    <a:pt x="2849" y="69"/>
                    <a:pt x="2809" y="167"/>
                  </a:cubicBezTo>
                  <a:lnTo>
                    <a:pt x="2700" y="409"/>
                  </a:lnTo>
                  <a:cubicBezTo>
                    <a:pt x="2671" y="484"/>
                    <a:pt x="2608" y="541"/>
                    <a:pt x="2527" y="558"/>
                  </a:cubicBezTo>
                  <a:lnTo>
                    <a:pt x="2527" y="558"/>
                  </a:lnTo>
                  <a:cubicBezTo>
                    <a:pt x="2446" y="581"/>
                    <a:pt x="2366" y="570"/>
                    <a:pt x="2303" y="518"/>
                  </a:cubicBezTo>
                  <a:lnTo>
                    <a:pt x="2090" y="357"/>
                  </a:lnTo>
                  <a:cubicBezTo>
                    <a:pt x="2009" y="299"/>
                    <a:pt x="1900" y="288"/>
                    <a:pt x="1813" y="340"/>
                  </a:cubicBezTo>
                  <a:cubicBezTo>
                    <a:pt x="1687" y="403"/>
                    <a:pt x="1560" y="472"/>
                    <a:pt x="1445" y="547"/>
                  </a:cubicBezTo>
                  <a:cubicBezTo>
                    <a:pt x="1370" y="604"/>
                    <a:pt x="1319" y="696"/>
                    <a:pt x="1330" y="800"/>
                  </a:cubicBezTo>
                  <a:lnTo>
                    <a:pt x="1359" y="1065"/>
                  </a:lnTo>
                  <a:cubicBezTo>
                    <a:pt x="1370" y="1145"/>
                    <a:pt x="1342" y="1220"/>
                    <a:pt x="1284" y="1278"/>
                  </a:cubicBezTo>
                  <a:lnTo>
                    <a:pt x="1284" y="1278"/>
                  </a:lnTo>
                  <a:cubicBezTo>
                    <a:pt x="1226" y="1335"/>
                    <a:pt x="1146" y="1364"/>
                    <a:pt x="1065" y="1358"/>
                  </a:cubicBezTo>
                  <a:lnTo>
                    <a:pt x="801" y="1330"/>
                  </a:lnTo>
                  <a:cubicBezTo>
                    <a:pt x="697" y="1318"/>
                    <a:pt x="605" y="1364"/>
                    <a:pt x="547" y="1445"/>
                  </a:cubicBezTo>
                  <a:cubicBezTo>
                    <a:pt x="467" y="1560"/>
                    <a:pt x="398" y="1681"/>
                    <a:pt x="340" y="1813"/>
                  </a:cubicBezTo>
                  <a:cubicBezTo>
                    <a:pt x="294" y="1899"/>
                    <a:pt x="306" y="2003"/>
                    <a:pt x="363" y="2083"/>
                  </a:cubicBezTo>
                  <a:lnTo>
                    <a:pt x="519" y="2302"/>
                  </a:lnTo>
                  <a:cubicBezTo>
                    <a:pt x="570" y="2365"/>
                    <a:pt x="582" y="2446"/>
                    <a:pt x="565" y="2521"/>
                  </a:cubicBezTo>
                  <a:lnTo>
                    <a:pt x="565" y="2521"/>
                  </a:lnTo>
                  <a:cubicBezTo>
                    <a:pt x="542" y="2601"/>
                    <a:pt x="490" y="2665"/>
                    <a:pt x="409" y="2693"/>
                  </a:cubicBezTo>
                  <a:lnTo>
                    <a:pt x="168" y="2803"/>
                  </a:lnTo>
                  <a:cubicBezTo>
                    <a:pt x="81" y="2837"/>
                    <a:pt x="18" y="2924"/>
                    <a:pt x="6" y="3027"/>
                  </a:cubicBezTo>
                  <a:cubicBezTo>
                    <a:pt x="1" y="3102"/>
                    <a:pt x="1" y="3171"/>
                    <a:pt x="1" y="3246"/>
                  </a:cubicBezTo>
                  <a:cubicBezTo>
                    <a:pt x="1" y="3315"/>
                    <a:pt x="1" y="3390"/>
                    <a:pt x="6" y="3459"/>
                  </a:cubicBezTo>
                  <a:cubicBezTo>
                    <a:pt x="18" y="3557"/>
                    <a:pt x="75" y="3637"/>
                    <a:pt x="168" y="3683"/>
                  </a:cubicBezTo>
                  <a:lnTo>
                    <a:pt x="409" y="3793"/>
                  </a:lnTo>
                  <a:cubicBezTo>
                    <a:pt x="484" y="3821"/>
                    <a:pt x="542" y="3885"/>
                    <a:pt x="565" y="3965"/>
                  </a:cubicBezTo>
                  <a:lnTo>
                    <a:pt x="565" y="3965"/>
                  </a:lnTo>
                  <a:cubicBezTo>
                    <a:pt x="582" y="4040"/>
                    <a:pt x="570" y="4121"/>
                    <a:pt x="519" y="4184"/>
                  </a:cubicBezTo>
                  <a:lnTo>
                    <a:pt x="363" y="4403"/>
                  </a:lnTo>
                  <a:cubicBezTo>
                    <a:pt x="306" y="4483"/>
                    <a:pt x="288" y="4587"/>
                    <a:pt x="340" y="4673"/>
                  </a:cubicBezTo>
                  <a:cubicBezTo>
                    <a:pt x="404" y="4805"/>
                    <a:pt x="478" y="4926"/>
                    <a:pt x="547" y="5041"/>
                  </a:cubicBezTo>
                  <a:cubicBezTo>
                    <a:pt x="605" y="5122"/>
                    <a:pt x="697" y="5174"/>
                    <a:pt x="801" y="5156"/>
                  </a:cubicBezTo>
                  <a:lnTo>
                    <a:pt x="1065" y="5128"/>
                  </a:lnTo>
                  <a:cubicBezTo>
                    <a:pt x="1146" y="5122"/>
                    <a:pt x="1226" y="5151"/>
                    <a:pt x="1284" y="5208"/>
                  </a:cubicBezTo>
                  <a:lnTo>
                    <a:pt x="1284" y="5208"/>
                  </a:lnTo>
                  <a:cubicBezTo>
                    <a:pt x="1342" y="5266"/>
                    <a:pt x="1370" y="5346"/>
                    <a:pt x="1359" y="5421"/>
                  </a:cubicBezTo>
                  <a:lnTo>
                    <a:pt x="1330" y="5692"/>
                  </a:lnTo>
                  <a:cubicBezTo>
                    <a:pt x="1319" y="5789"/>
                    <a:pt x="1370" y="5882"/>
                    <a:pt x="1445" y="5939"/>
                  </a:cubicBezTo>
                  <a:cubicBezTo>
                    <a:pt x="1560" y="6020"/>
                    <a:pt x="1687" y="6094"/>
                    <a:pt x="1813" y="6152"/>
                  </a:cubicBezTo>
                  <a:cubicBezTo>
                    <a:pt x="1900" y="6192"/>
                    <a:pt x="2009" y="6187"/>
                    <a:pt x="2090" y="6129"/>
                  </a:cubicBezTo>
                  <a:lnTo>
                    <a:pt x="2303" y="5968"/>
                  </a:lnTo>
                  <a:cubicBezTo>
                    <a:pt x="2366" y="5922"/>
                    <a:pt x="2446" y="5905"/>
                    <a:pt x="2527" y="5928"/>
                  </a:cubicBezTo>
                  <a:lnTo>
                    <a:pt x="2527" y="5928"/>
                  </a:lnTo>
                  <a:cubicBezTo>
                    <a:pt x="2608" y="5951"/>
                    <a:pt x="2671" y="5997"/>
                    <a:pt x="2700" y="6077"/>
                  </a:cubicBezTo>
                  <a:lnTo>
                    <a:pt x="2809" y="6325"/>
                  </a:lnTo>
                  <a:cubicBezTo>
                    <a:pt x="2844" y="6411"/>
                    <a:pt x="2930" y="6474"/>
                    <a:pt x="3028" y="6480"/>
                  </a:cubicBezTo>
                  <a:cubicBezTo>
                    <a:pt x="3103" y="6486"/>
                    <a:pt x="3172" y="6486"/>
                    <a:pt x="3246" y="6486"/>
                  </a:cubicBezTo>
                  <a:cubicBezTo>
                    <a:pt x="3315" y="6486"/>
                    <a:pt x="3390" y="6486"/>
                    <a:pt x="3459" y="6480"/>
                  </a:cubicBezTo>
                  <a:cubicBezTo>
                    <a:pt x="3563" y="6474"/>
                    <a:pt x="3643" y="6417"/>
                    <a:pt x="3684" y="6325"/>
                  </a:cubicBezTo>
                  <a:lnTo>
                    <a:pt x="3793" y="6077"/>
                  </a:lnTo>
                  <a:cubicBezTo>
                    <a:pt x="3822" y="6008"/>
                    <a:pt x="3885" y="5951"/>
                    <a:pt x="3966" y="5928"/>
                  </a:cubicBezTo>
                  <a:lnTo>
                    <a:pt x="3966" y="5928"/>
                  </a:lnTo>
                  <a:cubicBezTo>
                    <a:pt x="4046" y="5905"/>
                    <a:pt x="4121" y="5922"/>
                    <a:pt x="4190" y="5968"/>
                  </a:cubicBezTo>
                  <a:lnTo>
                    <a:pt x="4403" y="6129"/>
                  </a:lnTo>
                  <a:cubicBezTo>
                    <a:pt x="4484" y="6187"/>
                    <a:pt x="4593" y="6198"/>
                    <a:pt x="4679" y="6152"/>
                  </a:cubicBezTo>
                  <a:cubicBezTo>
                    <a:pt x="4806" y="6083"/>
                    <a:pt x="4927" y="6014"/>
                    <a:pt x="5048" y="5939"/>
                  </a:cubicBezTo>
                  <a:cubicBezTo>
                    <a:pt x="5122" y="5882"/>
                    <a:pt x="5174" y="5789"/>
                    <a:pt x="5163" y="5692"/>
                  </a:cubicBezTo>
                  <a:lnTo>
                    <a:pt x="5134" y="5421"/>
                  </a:lnTo>
                  <a:cubicBezTo>
                    <a:pt x="5122" y="5346"/>
                    <a:pt x="5151" y="5266"/>
                    <a:pt x="5209" y="5208"/>
                  </a:cubicBezTo>
                  <a:lnTo>
                    <a:pt x="5209" y="5208"/>
                  </a:lnTo>
                  <a:cubicBezTo>
                    <a:pt x="5266" y="5151"/>
                    <a:pt x="5347" y="5122"/>
                    <a:pt x="5427" y="5128"/>
                  </a:cubicBezTo>
                  <a:lnTo>
                    <a:pt x="5692" y="5156"/>
                  </a:lnTo>
                  <a:cubicBezTo>
                    <a:pt x="5796" y="5174"/>
                    <a:pt x="5888" y="5122"/>
                    <a:pt x="5945" y="5041"/>
                  </a:cubicBezTo>
                  <a:cubicBezTo>
                    <a:pt x="6026" y="4926"/>
                    <a:pt x="6095" y="4805"/>
                    <a:pt x="6153" y="4673"/>
                  </a:cubicBezTo>
                  <a:cubicBezTo>
                    <a:pt x="6199" y="4587"/>
                    <a:pt x="6187" y="4483"/>
                    <a:pt x="6130" y="4403"/>
                  </a:cubicBezTo>
                  <a:lnTo>
                    <a:pt x="5974" y="4184"/>
                  </a:lnTo>
                  <a:cubicBezTo>
                    <a:pt x="5922" y="4121"/>
                    <a:pt x="5911" y="4040"/>
                    <a:pt x="5928" y="3965"/>
                  </a:cubicBezTo>
                  <a:lnTo>
                    <a:pt x="5928" y="3965"/>
                  </a:lnTo>
                  <a:cubicBezTo>
                    <a:pt x="5951" y="3885"/>
                    <a:pt x="6003" y="3821"/>
                    <a:pt x="6084" y="3793"/>
                  </a:cubicBezTo>
                  <a:lnTo>
                    <a:pt x="6325" y="3683"/>
                  </a:lnTo>
                  <a:cubicBezTo>
                    <a:pt x="6412" y="3649"/>
                    <a:pt x="6475" y="3562"/>
                    <a:pt x="6486" y="3459"/>
                  </a:cubicBezTo>
                  <a:cubicBezTo>
                    <a:pt x="6492" y="3390"/>
                    <a:pt x="6492" y="3315"/>
                    <a:pt x="6492" y="3246"/>
                  </a:cubicBezTo>
                  <a:cubicBezTo>
                    <a:pt x="6492" y="3171"/>
                    <a:pt x="6486" y="3102"/>
                    <a:pt x="6486" y="3027"/>
                  </a:cubicBezTo>
                  <a:close/>
                  <a:moveTo>
                    <a:pt x="3246" y="4368"/>
                  </a:moveTo>
                  <a:cubicBezTo>
                    <a:pt x="2625" y="4368"/>
                    <a:pt x="2124" y="3862"/>
                    <a:pt x="2124" y="3246"/>
                  </a:cubicBezTo>
                  <a:cubicBezTo>
                    <a:pt x="2124" y="2624"/>
                    <a:pt x="2625" y="2124"/>
                    <a:pt x="3246" y="2124"/>
                  </a:cubicBezTo>
                  <a:cubicBezTo>
                    <a:pt x="3868" y="2124"/>
                    <a:pt x="4369" y="2624"/>
                    <a:pt x="4369" y="3246"/>
                  </a:cubicBezTo>
                  <a:cubicBezTo>
                    <a:pt x="4369" y="3862"/>
                    <a:pt x="3868" y="4368"/>
                    <a:pt x="3246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w="19050" cap="flat" cmpd="sng">
              <a:solidFill>
                <a:schemeClr val="dk2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0D53128F-8AA1-53E1-58CF-CDDD37BFC9C6}"/>
              </a:ext>
            </a:extLst>
          </p:cNvPr>
          <p:cNvSpPr/>
          <p:nvPr/>
        </p:nvSpPr>
        <p:spPr>
          <a:xfrm>
            <a:off x="1554375" y="377201"/>
            <a:ext cx="3516024" cy="988149"/>
          </a:xfrm>
          <a:prstGeom prst="roundRect">
            <a:avLst/>
          </a:prstGeom>
          <a:ln w="76200">
            <a:solidFill>
              <a:srgbClr val="76A5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25" name="Google Shape;825;p47"/>
          <p:cNvSpPr txBox="1">
            <a:spLocks noGrp="1"/>
          </p:cNvSpPr>
          <p:nvPr>
            <p:ph type="title"/>
          </p:nvPr>
        </p:nvSpPr>
        <p:spPr>
          <a:xfrm>
            <a:off x="342202" y="-89714"/>
            <a:ext cx="6032827" cy="238859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dirty="0"/>
              <a:t>Перейдем к </a:t>
            </a:r>
            <a:r>
              <a:rPr lang="ru-RU" sz="5400" dirty="0">
                <a:solidFill>
                  <a:srgbClr val="45818E"/>
                </a:solidFill>
              </a:rPr>
              <a:t>д</a:t>
            </a:r>
            <a:r>
              <a:rPr lang="ru-RU" sz="5400" dirty="0"/>
              <a:t>емо</a:t>
            </a:r>
            <a:r>
              <a:rPr lang="ru-RU" sz="5400" dirty="0">
                <a:solidFill>
                  <a:srgbClr val="192F33"/>
                </a:solidFill>
              </a:rPr>
              <a:t>н</a:t>
            </a:r>
            <a:r>
              <a:rPr lang="ru-RU" sz="5400" dirty="0"/>
              <a:t>страции</a:t>
            </a:r>
            <a:endParaRPr dirty="0"/>
          </a:p>
        </p:txBody>
      </p:sp>
      <p:pic>
        <p:nvPicPr>
          <p:cNvPr id="2" name="Рисунок 1" descr="Изображение выглядит как шаблон, прямоугольный, Графика, пиксель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21874CCA-386B-5DE5-CF08-717082ABDE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2461" y="2483473"/>
            <a:ext cx="1555445" cy="1555445"/>
          </a:xfrm>
          <a:prstGeom prst="roundRect">
            <a:avLst>
              <a:gd name="adj" fmla="val 14107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0" endPos="28000" dist="5000" dir="5400000" sy="-100000" algn="bl" rotWithShape="0"/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DA9303-5106-5279-82DA-5749360F9328}"/>
              </a:ext>
            </a:extLst>
          </p:cNvPr>
          <p:cNvSpPr txBox="1"/>
          <p:nvPr/>
        </p:nvSpPr>
        <p:spPr>
          <a:xfrm>
            <a:off x="-627154" y="4154575"/>
            <a:ext cx="7879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https://cafe-neuro.ru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>
          <a:extLst>
            <a:ext uri="{FF2B5EF4-FFF2-40B4-BE49-F238E27FC236}">
              <a16:creationId xmlns:a16="http://schemas.microsoft.com/office/drawing/2014/main" id="{FB6A522C-8F27-767C-FE1D-C71E4ABA6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BF0F2330-3C1A-5468-31AE-3D4A0F81BF0B}"/>
              </a:ext>
            </a:extLst>
          </p:cNvPr>
          <p:cNvSpPr/>
          <p:nvPr/>
        </p:nvSpPr>
        <p:spPr>
          <a:xfrm>
            <a:off x="0" y="38744"/>
            <a:ext cx="9144000" cy="5143500"/>
          </a:xfrm>
          <a:prstGeom prst="rect">
            <a:avLst/>
          </a:prstGeom>
          <a:solidFill>
            <a:srgbClr val="F3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68" name="Рисунок 67" descr="Изображение выглядит как Мобильный телефон, Портативное устройство связи, Мобильное устройство, смартфо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AFF70E98-2957-8ABB-7702-621EEECEA7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25190" t="9498" r="27964"/>
          <a:stretch/>
        </p:blipFill>
        <p:spPr>
          <a:xfrm>
            <a:off x="1922503" y="1638815"/>
            <a:ext cx="1228380" cy="2373068"/>
          </a:xfrm>
          <a:prstGeom prst="rect">
            <a:avLst/>
          </a:prstGeom>
        </p:spPr>
      </p:pic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F1E356D-E5EA-1B04-1462-328793EF638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83778" y="200438"/>
            <a:ext cx="7702550" cy="573087"/>
          </a:xfrm>
        </p:spPr>
        <p:txBody>
          <a:bodyPr/>
          <a:lstStyle/>
          <a:p>
            <a:pPr algn="ctr"/>
            <a:r>
              <a:rPr lang="ru-RU" sz="2800" dirty="0"/>
              <a:t>Интерфейс</a:t>
            </a:r>
          </a:p>
        </p:txBody>
      </p:sp>
      <p:pic>
        <p:nvPicPr>
          <p:cNvPr id="5" name="Рисунок 4" descr="Изображение выглядит как Мобильный телефон, Портативное устройство связи, Мобильное устройство, смартфо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9BCA1D3-413F-E710-4501-38D9E60E2D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25190" t="9498" r="27964"/>
          <a:stretch/>
        </p:blipFill>
        <p:spPr>
          <a:xfrm>
            <a:off x="3530482" y="957214"/>
            <a:ext cx="2010011" cy="3883074"/>
          </a:xfrm>
          <a:prstGeom prst="rect">
            <a:avLst/>
          </a:prstGeom>
        </p:spPr>
      </p:pic>
      <p:pic>
        <p:nvPicPr>
          <p:cNvPr id="10" name="Рисунок 9" descr="Изображение выглядит как Мобильный телефон, Портативное устройство связи, Мобильное устройство, смартфо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8A0E05F-BD52-6BBA-1BCD-F37E92B8C8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25190" t="9498" r="27964"/>
          <a:stretch/>
        </p:blipFill>
        <p:spPr>
          <a:xfrm>
            <a:off x="7698149" y="1936656"/>
            <a:ext cx="844412" cy="1631293"/>
          </a:xfrm>
          <a:prstGeom prst="rect">
            <a:avLst/>
          </a:prstGeom>
        </p:spPr>
      </p:pic>
      <p:pic>
        <p:nvPicPr>
          <p:cNvPr id="12" name="Рисунок 11" descr="Изображение выглядит как текст, снимок экрана, ед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11E99FC-3CF0-46C2-61C8-A0C57C6596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00570" y="2056224"/>
            <a:ext cx="685758" cy="1148687"/>
          </a:xfrm>
          <a:prstGeom prst="rect">
            <a:avLst/>
          </a:prstGeom>
        </p:spPr>
      </p:pic>
      <p:pic>
        <p:nvPicPr>
          <p:cNvPr id="15" name="Рисунок 14" descr="Изображение выглядит как текст, снимок экрана, ед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85DBA5B-A06C-D586-DE15-121063ED3E1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73013" y="1728157"/>
            <a:ext cx="991142" cy="1960605"/>
          </a:xfrm>
          <a:prstGeom prst="rect">
            <a:avLst/>
          </a:prstGeom>
        </p:spPr>
      </p:pic>
      <p:pic>
        <p:nvPicPr>
          <p:cNvPr id="19" name="Рисунок 18" descr="Изображение выглядит как Мобильный телефон, Портативное устройство связи, Мобильное устройство, смартфо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1194FB7-5879-9D94-9271-CC4487343E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25190" t="9498" r="27964"/>
          <a:stretch/>
        </p:blipFill>
        <p:spPr>
          <a:xfrm>
            <a:off x="5956963" y="1618634"/>
            <a:ext cx="1228380" cy="2373068"/>
          </a:xfrm>
          <a:prstGeom prst="rect">
            <a:avLst/>
          </a:prstGeom>
        </p:spPr>
      </p:pic>
      <p:pic>
        <p:nvPicPr>
          <p:cNvPr id="24" name="Рисунок 23" descr="Изображение выглядит как текст, снимок экрана, Шрифт, числ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AB220AF-9D41-159A-3B32-5726F7675C7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15749" y="1728157"/>
            <a:ext cx="987749" cy="1804823"/>
          </a:xfrm>
          <a:prstGeom prst="rect">
            <a:avLst/>
          </a:prstGeom>
        </p:spPr>
      </p:pic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368EF28F-90EE-AB0B-D849-4E5DEE3D17C2}"/>
              </a:ext>
            </a:extLst>
          </p:cNvPr>
          <p:cNvCxnSpPr/>
          <p:nvPr/>
        </p:nvCxnSpPr>
        <p:spPr>
          <a:xfrm>
            <a:off x="0" y="4287187"/>
            <a:ext cx="1501293" cy="0"/>
          </a:xfrm>
          <a:prstGeom prst="line">
            <a:avLst/>
          </a:prstGeom>
          <a:ln w="19050">
            <a:solidFill>
              <a:srgbClr val="4581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E628FF69-DF71-157E-3278-B28EEE569C22}"/>
              </a:ext>
            </a:extLst>
          </p:cNvPr>
          <p:cNvCxnSpPr/>
          <p:nvPr/>
        </p:nvCxnSpPr>
        <p:spPr>
          <a:xfrm>
            <a:off x="1501293" y="4619469"/>
            <a:ext cx="1501293" cy="0"/>
          </a:xfrm>
          <a:prstGeom prst="line">
            <a:avLst/>
          </a:prstGeom>
          <a:ln w="19050">
            <a:solidFill>
              <a:srgbClr val="4581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9F45174C-CDFE-4903-BCE0-6EBFD627EBFC}"/>
              </a:ext>
            </a:extLst>
          </p:cNvPr>
          <p:cNvCxnSpPr/>
          <p:nvPr/>
        </p:nvCxnSpPr>
        <p:spPr>
          <a:xfrm>
            <a:off x="7642707" y="4287187"/>
            <a:ext cx="1501293" cy="0"/>
          </a:xfrm>
          <a:prstGeom prst="line">
            <a:avLst/>
          </a:prstGeom>
          <a:ln w="19050">
            <a:solidFill>
              <a:srgbClr val="4581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AF3AD94E-7A06-DA4D-8361-D84C08A76C48}"/>
              </a:ext>
            </a:extLst>
          </p:cNvPr>
          <p:cNvCxnSpPr/>
          <p:nvPr/>
        </p:nvCxnSpPr>
        <p:spPr>
          <a:xfrm>
            <a:off x="6136196" y="4619469"/>
            <a:ext cx="1501293" cy="0"/>
          </a:xfrm>
          <a:prstGeom prst="line">
            <a:avLst/>
          </a:prstGeom>
          <a:ln w="19050">
            <a:solidFill>
              <a:srgbClr val="4581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83B1D16B-EB1E-6F53-8322-1465758ECFB2}"/>
              </a:ext>
            </a:extLst>
          </p:cNvPr>
          <p:cNvCxnSpPr>
            <a:cxnSpLocks/>
          </p:cNvCxnSpPr>
          <p:nvPr/>
        </p:nvCxnSpPr>
        <p:spPr>
          <a:xfrm>
            <a:off x="1503791" y="4287187"/>
            <a:ext cx="0" cy="334780"/>
          </a:xfrm>
          <a:prstGeom prst="line">
            <a:avLst/>
          </a:prstGeom>
          <a:ln w="19050">
            <a:solidFill>
              <a:srgbClr val="4581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CCBA1F54-D569-5B51-DB13-9CB0ED210446}"/>
              </a:ext>
            </a:extLst>
          </p:cNvPr>
          <p:cNvCxnSpPr>
            <a:cxnSpLocks/>
          </p:cNvCxnSpPr>
          <p:nvPr/>
        </p:nvCxnSpPr>
        <p:spPr>
          <a:xfrm>
            <a:off x="7644762" y="4287187"/>
            <a:ext cx="0" cy="334780"/>
          </a:xfrm>
          <a:prstGeom prst="line">
            <a:avLst/>
          </a:prstGeom>
          <a:ln w="12700">
            <a:solidFill>
              <a:srgbClr val="4581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Овал 35">
            <a:extLst>
              <a:ext uri="{FF2B5EF4-FFF2-40B4-BE49-F238E27FC236}">
                <a16:creationId xmlns:a16="http://schemas.microsoft.com/office/drawing/2014/main" id="{F59EAC65-607F-EFD9-519E-03B59C648CC4}"/>
              </a:ext>
            </a:extLst>
          </p:cNvPr>
          <p:cNvSpPr/>
          <p:nvPr/>
        </p:nvSpPr>
        <p:spPr>
          <a:xfrm>
            <a:off x="2937184" y="4557313"/>
            <a:ext cx="117644" cy="12431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Овал 36">
            <a:extLst>
              <a:ext uri="{FF2B5EF4-FFF2-40B4-BE49-F238E27FC236}">
                <a16:creationId xmlns:a16="http://schemas.microsoft.com/office/drawing/2014/main" id="{336A5311-C9AC-13BB-89C8-4281CFC119D0}"/>
              </a:ext>
            </a:extLst>
          </p:cNvPr>
          <p:cNvSpPr/>
          <p:nvPr/>
        </p:nvSpPr>
        <p:spPr>
          <a:xfrm>
            <a:off x="6086703" y="4557313"/>
            <a:ext cx="117644" cy="12431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4AF76AD9-F318-6A47-04E7-4ABBF27A9BCB}"/>
              </a:ext>
            </a:extLst>
          </p:cNvPr>
          <p:cNvCxnSpPr/>
          <p:nvPr/>
        </p:nvCxnSpPr>
        <p:spPr>
          <a:xfrm>
            <a:off x="7837865" y="4454577"/>
            <a:ext cx="1501293" cy="0"/>
          </a:xfrm>
          <a:prstGeom prst="line">
            <a:avLst/>
          </a:prstGeom>
          <a:ln w="38100">
            <a:solidFill>
              <a:srgbClr val="4581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D5F55368-058C-1EF0-FF12-D11940F88B51}"/>
              </a:ext>
            </a:extLst>
          </p:cNvPr>
          <p:cNvCxnSpPr>
            <a:cxnSpLocks/>
          </p:cNvCxnSpPr>
          <p:nvPr/>
        </p:nvCxnSpPr>
        <p:spPr>
          <a:xfrm>
            <a:off x="7840142" y="4452078"/>
            <a:ext cx="0" cy="388210"/>
          </a:xfrm>
          <a:prstGeom prst="line">
            <a:avLst/>
          </a:prstGeom>
          <a:ln w="38100">
            <a:solidFill>
              <a:srgbClr val="4581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>
            <a:extLst>
              <a:ext uri="{FF2B5EF4-FFF2-40B4-BE49-F238E27FC236}">
                <a16:creationId xmlns:a16="http://schemas.microsoft.com/office/drawing/2014/main" id="{8286FCD3-270A-4BA3-55D8-49B9305BB608}"/>
              </a:ext>
            </a:extLst>
          </p:cNvPr>
          <p:cNvCxnSpPr>
            <a:cxnSpLocks/>
          </p:cNvCxnSpPr>
          <p:nvPr/>
        </p:nvCxnSpPr>
        <p:spPr>
          <a:xfrm>
            <a:off x="5750577" y="4840288"/>
            <a:ext cx="2102040" cy="0"/>
          </a:xfrm>
          <a:prstGeom prst="line">
            <a:avLst/>
          </a:prstGeom>
          <a:ln w="38100">
            <a:solidFill>
              <a:srgbClr val="4581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Овал 42">
            <a:extLst>
              <a:ext uri="{FF2B5EF4-FFF2-40B4-BE49-F238E27FC236}">
                <a16:creationId xmlns:a16="http://schemas.microsoft.com/office/drawing/2014/main" id="{C8E2B99E-D241-2AC6-E329-BB53C5DD4E29}"/>
              </a:ext>
            </a:extLst>
          </p:cNvPr>
          <p:cNvSpPr/>
          <p:nvPr/>
        </p:nvSpPr>
        <p:spPr>
          <a:xfrm>
            <a:off x="5732422" y="4778132"/>
            <a:ext cx="117644" cy="12431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4" name="Прямая соединительная линия 43">
            <a:extLst>
              <a:ext uri="{FF2B5EF4-FFF2-40B4-BE49-F238E27FC236}">
                <a16:creationId xmlns:a16="http://schemas.microsoft.com/office/drawing/2014/main" id="{2533DC2F-0B07-0BBD-D4FB-B030F2040D4A}"/>
              </a:ext>
            </a:extLst>
          </p:cNvPr>
          <p:cNvCxnSpPr/>
          <p:nvPr/>
        </p:nvCxnSpPr>
        <p:spPr>
          <a:xfrm>
            <a:off x="-201860" y="4452078"/>
            <a:ext cx="1501293" cy="0"/>
          </a:xfrm>
          <a:prstGeom prst="line">
            <a:avLst/>
          </a:prstGeom>
          <a:ln w="38100">
            <a:solidFill>
              <a:srgbClr val="4581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единительная линия 44">
            <a:extLst>
              <a:ext uri="{FF2B5EF4-FFF2-40B4-BE49-F238E27FC236}">
                <a16:creationId xmlns:a16="http://schemas.microsoft.com/office/drawing/2014/main" id="{34DED135-9CD6-3996-FAA8-108EB1952A87}"/>
              </a:ext>
            </a:extLst>
          </p:cNvPr>
          <p:cNvCxnSpPr>
            <a:cxnSpLocks/>
          </p:cNvCxnSpPr>
          <p:nvPr/>
        </p:nvCxnSpPr>
        <p:spPr>
          <a:xfrm>
            <a:off x="1299433" y="4452078"/>
            <a:ext cx="0" cy="388210"/>
          </a:xfrm>
          <a:prstGeom prst="line">
            <a:avLst/>
          </a:prstGeom>
          <a:ln w="28575">
            <a:solidFill>
              <a:srgbClr val="4581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единительная линия 45">
            <a:extLst>
              <a:ext uri="{FF2B5EF4-FFF2-40B4-BE49-F238E27FC236}">
                <a16:creationId xmlns:a16="http://schemas.microsoft.com/office/drawing/2014/main" id="{FC1A651E-058E-824B-5FD6-8EDDFEA8DF6C}"/>
              </a:ext>
            </a:extLst>
          </p:cNvPr>
          <p:cNvCxnSpPr>
            <a:cxnSpLocks/>
            <a:endCxn id="47" idx="2"/>
          </p:cNvCxnSpPr>
          <p:nvPr/>
        </p:nvCxnSpPr>
        <p:spPr>
          <a:xfrm>
            <a:off x="1287227" y="4856242"/>
            <a:ext cx="2065651" cy="0"/>
          </a:xfrm>
          <a:prstGeom prst="line">
            <a:avLst/>
          </a:prstGeom>
          <a:ln w="38100">
            <a:solidFill>
              <a:srgbClr val="4581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Овал 46">
            <a:extLst>
              <a:ext uri="{FF2B5EF4-FFF2-40B4-BE49-F238E27FC236}">
                <a16:creationId xmlns:a16="http://schemas.microsoft.com/office/drawing/2014/main" id="{6CAB2FA6-D2EA-E985-30D0-D33F411A62D3}"/>
              </a:ext>
            </a:extLst>
          </p:cNvPr>
          <p:cNvSpPr/>
          <p:nvPr/>
        </p:nvSpPr>
        <p:spPr>
          <a:xfrm>
            <a:off x="3352878" y="4794086"/>
            <a:ext cx="117644" cy="12431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8" name="Прямая соединительная линия 47">
            <a:extLst>
              <a:ext uri="{FF2B5EF4-FFF2-40B4-BE49-F238E27FC236}">
                <a16:creationId xmlns:a16="http://schemas.microsoft.com/office/drawing/2014/main" id="{B667685C-68C4-1350-3587-B6BEBEF0A72C}"/>
              </a:ext>
            </a:extLst>
          </p:cNvPr>
          <p:cNvCxnSpPr>
            <a:cxnSpLocks/>
          </p:cNvCxnSpPr>
          <p:nvPr/>
        </p:nvCxnSpPr>
        <p:spPr>
          <a:xfrm>
            <a:off x="0" y="471046"/>
            <a:ext cx="3187037" cy="0"/>
          </a:xfrm>
          <a:prstGeom prst="line">
            <a:avLst/>
          </a:prstGeom>
          <a:ln w="38100">
            <a:solidFill>
              <a:srgbClr val="4581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Овал 49">
            <a:extLst>
              <a:ext uri="{FF2B5EF4-FFF2-40B4-BE49-F238E27FC236}">
                <a16:creationId xmlns:a16="http://schemas.microsoft.com/office/drawing/2014/main" id="{483F2C16-272B-A8F6-ED04-EA0248EE7A6C}"/>
              </a:ext>
            </a:extLst>
          </p:cNvPr>
          <p:cNvSpPr/>
          <p:nvPr/>
        </p:nvSpPr>
        <p:spPr>
          <a:xfrm>
            <a:off x="3187037" y="411961"/>
            <a:ext cx="117644" cy="12431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1" name="Прямая соединительная линия 50">
            <a:extLst>
              <a:ext uri="{FF2B5EF4-FFF2-40B4-BE49-F238E27FC236}">
                <a16:creationId xmlns:a16="http://schemas.microsoft.com/office/drawing/2014/main" id="{D88D626F-72FB-BA2F-2140-BF1BB93A2C52}"/>
              </a:ext>
            </a:extLst>
          </p:cNvPr>
          <p:cNvCxnSpPr>
            <a:cxnSpLocks/>
          </p:cNvCxnSpPr>
          <p:nvPr/>
        </p:nvCxnSpPr>
        <p:spPr>
          <a:xfrm>
            <a:off x="5956963" y="474116"/>
            <a:ext cx="3187037" cy="0"/>
          </a:xfrm>
          <a:prstGeom prst="line">
            <a:avLst/>
          </a:prstGeom>
          <a:ln w="38100">
            <a:solidFill>
              <a:srgbClr val="4581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Овал 52">
            <a:extLst>
              <a:ext uri="{FF2B5EF4-FFF2-40B4-BE49-F238E27FC236}">
                <a16:creationId xmlns:a16="http://schemas.microsoft.com/office/drawing/2014/main" id="{CC7E182C-0F94-2E44-7795-5DB3842E35AB}"/>
              </a:ext>
            </a:extLst>
          </p:cNvPr>
          <p:cNvSpPr/>
          <p:nvPr/>
        </p:nvSpPr>
        <p:spPr>
          <a:xfrm>
            <a:off x="5879190" y="408891"/>
            <a:ext cx="117644" cy="12431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4" name="Прямая соединительная линия 53">
            <a:extLst>
              <a:ext uri="{FF2B5EF4-FFF2-40B4-BE49-F238E27FC236}">
                <a16:creationId xmlns:a16="http://schemas.microsoft.com/office/drawing/2014/main" id="{820911D1-47DA-6305-F3B9-BC8DED5FD7C0}"/>
              </a:ext>
            </a:extLst>
          </p:cNvPr>
          <p:cNvCxnSpPr>
            <a:cxnSpLocks/>
          </p:cNvCxnSpPr>
          <p:nvPr/>
        </p:nvCxnSpPr>
        <p:spPr>
          <a:xfrm>
            <a:off x="-14705" y="765853"/>
            <a:ext cx="2628275" cy="0"/>
          </a:xfrm>
          <a:prstGeom prst="line">
            <a:avLst/>
          </a:prstGeom>
          <a:ln w="19050">
            <a:solidFill>
              <a:srgbClr val="4581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единительная линия 55">
            <a:extLst>
              <a:ext uri="{FF2B5EF4-FFF2-40B4-BE49-F238E27FC236}">
                <a16:creationId xmlns:a16="http://schemas.microsoft.com/office/drawing/2014/main" id="{79D44CCD-FA6E-AD52-E407-046E270D0DB8}"/>
              </a:ext>
            </a:extLst>
          </p:cNvPr>
          <p:cNvCxnSpPr>
            <a:cxnSpLocks/>
          </p:cNvCxnSpPr>
          <p:nvPr/>
        </p:nvCxnSpPr>
        <p:spPr>
          <a:xfrm>
            <a:off x="6515725" y="765853"/>
            <a:ext cx="2628275" cy="0"/>
          </a:xfrm>
          <a:prstGeom prst="line">
            <a:avLst/>
          </a:prstGeom>
          <a:ln w="19050">
            <a:solidFill>
              <a:srgbClr val="4581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Овал 56">
            <a:extLst>
              <a:ext uri="{FF2B5EF4-FFF2-40B4-BE49-F238E27FC236}">
                <a16:creationId xmlns:a16="http://schemas.microsoft.com/office/drawing/2014/main" id="{E9CC5A57-1F8C-C59F-87B8-95E666ED97E5}"/>
              </a:ext>
            </a:extLst>
          </p:cNvPr>
          <p:cNvSpPr/>
          <p:nvPr/>
        </p:nvSpPr>
        <p:spPr>
          <a:xfrm>
            <a:off x="2590575" y="724074"/>
            <a:ext cx="75400" cy="7299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Овал 57">
            <a:extLst>
              <a:ext uri="{FF2B5EF4-FFF2-40B4-BE49-F238E27FC236}">
                <a16:creationId xmlns:a16="http://schemas.microsoft.com/office/drawing/2014/main" id="{757787E3-3146-0940-1036-BF0099BF653E}"/>
              </a:ext>
            </a:extLst>
          </p:cNvPr>
          <p:cNvSpPr/>
          <p:nvPr/>
        </p:nvSpPr>
        <p:spPr>
          <a:xfrm>
            <a:off x="6462825" y="731027"/>
            <a:ext cx="75400" cy="7299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9" name="Овал 58">
            <a:extLst>
              <a:ext uri="{FF2B5EF4-FFF2-40B4-BE49-F238E27FC236}">
                <a16:creationId xmlns:a16="http://schemas.microsoft.com/office/drawing/2014/main" id="{7D44D6AD-DB29-8B3A-8F9D-F9B7544F457A}"/>
              </a:ext>
            </a:extLst>
          </p:cNvPr>
          <p:cNvSpPr/>
          <p:nvPr/>
        </p:nvSpPr>
        <p:spPr>
          <a:xfrm>
            <a:off x="188476" y="4619468"/>
            <a:ext cx="195607" cy="2208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0" name="Овал 59">
            <a:extLst>
              <a:ext uri="{FF2B5EF4-FFF2-40B4-BE49-F238E27FC236}">
                <a16:creationId xmlns:a16="http://schemas.microsoft.com/office/drawing/2014/main" id="{C9F81D0E-DD03-FA63-C6AB-751A8C672955}"/>
              </a:ext>
            </a:extLst>
          </p:cNvPr>
          <p:cNvSpPr/>
          <p:nvPr/>
        </p:nvSpPr>
        <p:spPr>
          <a:xfrm>
            <a:off x="691824" y="4856242"/>
            <a:ext cx="117644" cy="13855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Овал 60">
            <a:extLst>
              <a:ext uri="{FF2B5EF4-FFF2-40B4-BE49-F238E27FC236}">
                <a16:creationId xmlns:a16="http://schemas.microsoft.com/office/drawing/2014/main" id="{21049F66-F307-E16C-DB2C-06B4705C02CF}"/>
              </a:ext>
            </a:extLst>
          </p:cNvPr>
          <p:cNvSpPr/>
          <p:nvPr/>
        </p:nvSpPr>
        <p:spPr>
          <a:xfrm>
            <a:off x="8748715" y="4635422"/>
            <a:ext cx="195607" cy="2208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2" name="Овал 61">
            <a:extLst>
              <a:ext uri="{FF2B5EF4-FFF2-40B4-BE49-F238E27FC236}">
                <a16:creationId xmlns:a16="http://schemas.microsoft.com/office/drawing/2014/main" id="{5B800B3F-F456-16B7-58C2-FCA5ACC05C92}"/>
              </a:ext>
            </a:extLst>
          </p:cNvPr>
          <p:cNvSpPr/>
          <p:nvPr/>
        </p:nvSpPr>
        <p:spPr>
          <a:xfrm>
            <a:off x="8377625" y="4856242"/>
            <a:ext cx="117644" cy="13855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3" name="Овал 62">
            <a:extLst>
              <a:ext uri="{FF2B5EF4-FFF2-40B4-BE49-F238E27FC236}">
                <a16:creationId xmlns:a16="http://schemas.microsoft.com/office/drawing/2014/main" id="{DC6A03C7-C26F-1E8E-7BAE-B73AD6046AAF}"/>
              </a:ext>
            </a:extLst>
          </p:cNvPr>
          <p:cNvSpPr/>
          <p:nvPr/>
        </p:nvSpPr>
        <p:spPr>
          <a:xfrm>
            <a:off x="8072543" y="4641760"/>
            <a:ext cx="141813" cy="10455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4" name="Видео 9">
            <a:hlinkClick r:id="" action="ppaction://media"/>
            <a:extLst>
              <a:ext uri="{FF2B5EF4-FFF2-40B4-BE49-F238E27FC236}">
                <a16:creationId xmlns:a16="http://schemas.microsoft.com/office/drawing/2014/main" id="{D071A3B3-326C-5D23-FACA-25155F45797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3785908" y="933417"/>
            <a:ext cx="1636282" cy="3536393"/>
          </a:xfrm>
          <a:prstGeom prst="roundRect">
            <a:avLst>
              <a:gd name="adj" fmla="val 12835"/>
            </a:avLst>
          </a:prstGeom>
          <a:ln>
            <a:noFill/>
          </a:ln>
          <a:effectLst>
            <a:innerShdw blurRad="114300" dist="50800">
              <a:srgbClr val="000000">
                <a:alpha val="0"/>
              </a:srgbClr>
            </a:innerShdw>
          </a:effectLst>
        </p:spPr>
      </p:pic>
      <p:pic>
        <p:nvPicPr>
          <p:cNvPr id="69" name="Рисунок 68" descr="Изображение выглядит как Мобильный телефон, Портативное устройство связи, Мобильное устройство, смартфо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D3BC39D-6127-5C07-B2BD-5D2B33E517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25190" t="9498" r="27964"/>
          <a:stretch/>
        </p:blipFill>
        <p:spPr>
          <a:xfrm>
            <a:off x="653032" y="1917101"/>
            <a:ext cx="844412" cy="1631293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7DF1D422-4CA4-159F-1BF1-9CA7204253F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8312" y="2071795"/>
            <a:ext cx="690775" cy="123360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D90C3B3-4840-7A6C-F480-DCD1EA2885BD}"/>
              </a:ext>
            </a:extLst>
          </p:cNvPr>
          <p:cNvSpPr txBox="1"/>
          <p:nvPr/>
        </p:nvSpPr>
        <p:spPr>
          <a:xfrm>
            <a:off x="3579411" y="4661626"/>
            <a:ext cx="207728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45818E"/>
                </a:solidFill>
              </a:rPr>
              <a:t>https://cafe-neuro.ru</a:t>
            </a:r>
          </a:p>
        </p:txBody>
      </p:sp>
    </p:spTree>
    <p:extLst>
      <p:ext uri="{BB962C8B-B14F-4D97-AF65-F5344CB8AC3E}">
        <p14:creationId xmlns:p14="http://schemas.microsoft.com/office/powerpoint/2010/main" val="507859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170" fill="hold"/>
                                        <p:tgtEl>
                                          <p:spTgt spid="6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6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4"/>
                  </p:tgtEl>
                </p:cond>
              </p:nextCondLst>
            </p:seq>
            <p:video>
              <p:cMediaNode vol="80000"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64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399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45818E"/>
                </a:solidFill>
              </a:rPr>
              <a:t>А</a:t>
            </a:r>
            <a:r>
              <a:rPr lang="ru-RU" dirty="0"/>
              <a:t>рхитектура нейросети</a:t>
            </a:r>
            <a:endParaRPr dirty="0"/>
          </a:p>
        </p:txBody>
      </p:sp>
      <p:cxnSp>
        <p:nvCxnSpPr>
          <p:cNvPr id="444" name="Google Shape;444;p34"/>
          <p:cNvCxnSpPr>
            <a:cxnSpLocks/>
          </p:cNvCxnSpPr>
          <p:nvPr/>
        </p:nvCxnSpPr>
        <p:spPr>
          <a:xfrm rot="16200000" flipV="1">
            <a:off x="6473718" y="2788524"/>
            <a:ext cx="4087210" cy="622742"/>
          </a:xfrm>
          <a:prstGeom prst="bentConnector3">
            <a:avLst>
              <a:gd name="adj1" fmla="val 99952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B4181DE-86D4-94BA-6B87-E9B1DDBE20A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11365" y="572700"/>
            <a:ext cx="6521270" cy="4570800"/>
          </a:xfrm>
          <a:prstGeom prst="rect">
            <a:avLst/>
          </a:prstGeom>
          <a:solidFill>
            <a:srgbClr val="FFFFFF"/>
          </a:solidFill>
        </p:spPr>
      </p:pic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1EB"/>
        </a:solidFill>
        <a:effectLst/>
      </p:bgPr>
    </p:bg>
    <p:spTree>
      <p:nvGrpSpPr>
        <p:cNvPr id="1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39;p34">
            <a:extLst>
              <a:ext uri="{FF2B5EF4-FFF2-40B4-BE49-F238E27FC236}">
                <a16:creationId xmlns:a16="http://schemas.microsoft.com/office/drawing/2014/main" id="{1B6F7964-7865-A362-50E8-A057186A2F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5847" y="1044332"/>
            <a:ext cx="2973575" cy="17291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dirty="0">
                <a:solidFill>
                  <a:srgbClr val="45818E"/>
                </a:solidFill>
              </a:rPr>
              <a:t>П</a:t>
            </a:r>
            <a:r>
              <a:rPr lang="ru-RU" sz="3600" dirty="0"/>
              <a:t>римеры </a:t>
            </a:r>
            <a:br>
              <a:rPr lang="en-US" sz="3600" dirty="0"/>
            </a:br>
            <a:r>
              <a:rPr lang="ru-RU" sz="3600" dirty="0"/>
              <a:t>запросов</a:t>
            </a:r>
            <a:endParaRPr sz="3600" dirty="0"/>
          </a:p>
        </p:txBody>
      </p:sp>
      <p:pic>
        <p:nvPicPr>
          <p:cNvPr id="3" name="Рисунок 2" descr="Изображение выглядит как Мобильный телефон, Портативное устройство связи, Мобильное устройство, смартфо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80802A6-0AE4-92E4-64DF-6A29BCA121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25190" t="9498" r="27964"/>
          <a:stretch/>
        </p:blipFill>
        <p:spPr>
          <a:xfrm>
            <a:off x="3921071" y="574525"/>
            <a:ext cx="2392591" cy="462217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B1970C0-FFDE-ADFF-5F52-D8B3BF99E20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217774" y="866961"/>
            <a:ext cx="1963516" cy="3675058"/>
          </a:xfrm>
          <a:prstGeom prst="rect">
            <a:avLst/>
          </a:prstGeom>
        </p:spPr>
      </p:pic>
      <p:pic>
        <p:nvPicPr>
          <p:cNvPr id="4" name="Рисунок 3" descr="Изображение выглядит как Мобильный телефон, Портативное устройство связи, Мобильное устройство, смартфо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694DDC7C-9868-75AB-2135-BCBA78113C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25190" t="9498" r="27964"/>
          <a:stretch/>
        </p:blipFill>
        <p:spPr>
          <a:xfrm>
            <a:off x="6013777" y="589749"/>
            <a:ext cx="2392591" cy="4622171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A3981FC-E7FF-CA61-E89C-2F3EE8EB8CA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328293" y="882184"/>
            <a:ext cx="1945702" cy="3675058"/>
          </a:xfrm>
          <a:prstGeom prst="rect">
            <a:avLst/>
          </a:prstGeom>
        </p:spPr>
      </p:pic>
      <p:cxnSp>
        <p:nvCxnSpPr>
          <p:cNvPr id="5" name="Google Shape;515;p37">
            <a:extLst>
              <a:ext uri="{FF2B5EF4-FFF2-40B4-BE49-F238E27FC236}">
                <a16:creationId xmlns:a16="http://schemas.microsoft.com/office/drawing/2014/main" id="{352BF235-EE75-B9B2-CD25-E409B9C6D9AD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548" y="908316"/>
            <a:ext cx="4257439" cy="3040411"/>
          </a:xfrm>
          <a:prstGeom prst="bentConnector3">
            <a:avLst>
              <a:gd name="adj1" fmla="val 6602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4" name="Google Shape;515;p37">
            <a:extLst>
              <a:ext uri="{FF2B5EF4-FFF2-40B4-BE49-F238E27FC236}">
                <a16:creationId xmlns:a16="http://schemas.microsoft.com/office/drawing/2014/main" id="{B6503917-451C-8BF8-F2CA-52F0A1AE65AD}"/>
              </a:ext>
            </a:extLst>
          </p:cNvPr>
          <p:cNvCxnSpPr>
            <a:cxnSpLocks/>
          </p:cNvCxnSpPr>
          <p:nvPr/>
        </p:nvCxnSpPr>
        <p:spPr>
          <a:xfrm>
            <a:off x="-134911" y="3517964"/>
            <a:ext cx="3499303" cy="581204"/>
          </a:xfrm>
          <a:prstGeom prst="bentConnector3">
            <a:avLst>
              <a:gd name="adj1" fmla="val 66064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1EB"/>
        </a:solidFill>
        <a:effectLst/>
      </p:bgPr>
    </p:bg>
    <p:spTree>
      <p:nvGrpSpPr>
        <p:cNvPr id="1" name="Shape 943">
          <a:extLst>
            <a:ext uri="{FF2B5EF4-FFF2-40B4-BE49-F238E27FC236}">
              <a16:creationId xmlns:a16="http://schemas.microsoft.com/office/drawing/2014/main" id="{2913CA63-4F30-D0C3-FD4F-CE592200A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 descr="Изображение выглядит как Мобильный телефон, Портативное устройство связи, Мобильное устройство, смартфо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1A4B4C2-BE61-5A57-5CBD-E7EB0D0ABF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25190" t="9498" r="27964"/>
          <a:stretch/>
        </p:blipFill>
        <p:spPr>
          <a:xfrm>
            <a:off x="5660679" y="959048"/>
            <a:ext cx="2221210" cy="4459895"/>
          </a:xfrm>
          <a:prstGeom prst="rect">
            <a:avLst/>
          </a:prstGeom>
        </p:spPr>
      </p:pic>
      <p:pic>
        <p:nvPicPr>
          <p:cNvPr id="7" name="Рисунок 6" descr="Изображение выглядит как Мобильный телефон, Портативное устройство связи, Мобильное устройство, смартфо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9226BFC-0423-F8D2-DF95-C7841306CD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25190" t="9498" r="27964"/>
          <a:stretch/>
        </p:blipFill>
        <p:spPr>
          <a:xfrm>
            <a:off x="3370895" y="959049"/>
            <a:ext cx="2221210" cy="4459895"/>
          </a:xfrm>
          <a:prstGeom prst="rect">
            <a:avLst/>
          </a:prstGeom>
        </p:spPr>
      </p:pic>
      <p:pic>
        <p:nvPicPr>
          <p:cNvPr id="5" name="Рисунок 4" descr="Изображение выглядит как Мобильный телефон, Портативное устройство связи, Мобильное устройство, смартфо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24E18633-3724-1CE4-8BFC-C8EC955C11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25190" t="9498" r="27964"/>
          <a:stretch/>
        </p:blipFill>
        <p:spPr>
          <a:xfrm>
            <a:off x="986685" y="959049"/>
            <a:ext cx="2221210" cy="4459895"/>
          </a:xfrm>
          <a:prstGeom prst="rect">
            <a:avLst/>
          </a:prstGeom>
        </p:spPr>
      </p:pic>
      <p:sp>
        <p:nvSpPr>
          <p:cNvPr id="2" name="Google Shape;439;p34">
            <a:extLst>
              <a:ext uri="{FF2B5EF4-FFF2-40B4-BE49-F238E27FC236}">
                <a16:creationId xmlns:a16="http://schemas.microsoft.com/office/drawing/2014/main" id="{989A38A3-4777-EDF2-A048-FFB716FB0D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291663"/>
            <a:ext cx="914399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45818E"/>
                </a:solidFill>
              </a:rPr>
              <a:t>П</a:t>
            </a:r>
            <a:r>
              <a:rPr lang="ru-RU" dirty="0"/>
              <a:t>римеры запросов</a:t>
            </a:r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9BE354B-5FCD-7ADE-5BFF-A91F95562BB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262111" y="1116836"/>
            <a:ext cx="1818368" cy="3723924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6C303CC-8A33-AF90-2A36-99E95B277C1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655320" y="1116835"/>
            <a:ext cx="1801100" cy="3735001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EC0584F-1290-0729-3B6B-AC2A7917309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936103" y="1126731"/>
            <a:ext cx="1806318" cy="3719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400182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3">
          <a:extLst>
            <a:ext uri="{FF2B5EF4-FFF2-40B4-BE49-F238E27FC236}">
              <a16:creationId xmlns:a16="http://schemas.microsoft.com/office/drawing/2014/main" id="{4AA75440-97E1-F92D-858E-A9BFD031C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39;p34">
            <a:extLst>
              <a:ext uri="{FF2B5EF4-FFF2-40B4-BE49-F238E27FC236}">
                <a16:creationId xmlns:a16="http://schemas.microsoft.com/office/drawing/2014/main" id="{7DF87A51-AB26-D178-D108-AC81BDA639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5847" y="1044332"/>
            <a:ext cx="7381092" cy="17291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400" dirty="0">
                <a:solidFill>
                  <a:srgbClr val="45818E"/>
                </a:solidFill>
              </a:rPr>
              <a:t>Б</a:t>
            </a:r>
            <a:r>
              <a:rPr lang="ru-RU" sz="5400" dirty="0">
                <a:solidFill>
                  <a:srgbClr val="0C343D"/>
                </a:solidFill>
              </a:rPr>
              <a:t>экенд</a:t>
            </a:r>
            <a:endParaRPr sz="5400" dirty="0">
              <a:solidFill>
                <a:srgbClr val="0C343D"/>
              </a:solidFill>
            </a:endParaRPr>
          </a:p>
        </p:txBody>
      </p:sp>
      <p:cxnSp>
        <p:nvCxnSpPr>
          <p:cNvPr id="5" name="Google Shape;515;p37">
            <a:extLst>
              <a:ext uri="{FF2B5EF4-FFF2-40B4-BE49-F238E27FC236}">
                <a16:creationId xmlns:a16="http://schemas.microsoft.com/office/drawing/2014/main" id="{FD8AC0BD-F9EE-DA76-980A-BE5ABF12EECC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548" y="908316"/>
            <a:ext cx="4257439" cy="3040411"/>
          </a:xfrm>
          <a:prstGeom prst="bentConnector3">
            <a:avLst>
              <a:gd name="adj1" fmla="val 6602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4" name="Google Shape;515;p37">
            <a:extLst>
              <a:ext uri="{FF2B5EF4-FFF2-40B4-BE49-F238E27FC236}">
                <a16:creationId xmlns:a16="http://schemas.microsoft.com/office/drawing/2014/main" id="{BDDD26B2-53D2-D9A7-1222-3B7668509B34}"/>
              </a:ext>
            </a:extLst>
          </p:cNvPr>
          <p:cNvCxnSpPr>
            <a:cxnSpLocks/>
          </p:cNvCxnSpPr>
          <p:nvPr/>
        </p:nvCxnSpPr>
        <p:spPr>
          <a:xfrm>
            <a:off x="-134911" y="3517964"/>
            <a:ext cx="3499303" cy="581204"/>
          </a:xfrm>
          <a:prstGeom prst="bentConnector3">
            <a:avLst>
              <a:gd name="adj1" fmla="val 66064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grpSp>
        <p:nvGrpSpPr>
          <p:cNvPr id="6" name="Google Shape;371;p33">
            <a:extLst>
              <a:ext uri="{FF2B5EF4-FFF2-40B4-BE49-F238E27FC236}">
                <a16:creationId xmlns:a16="http://schemas.microsoft.com/office/drawing/2014/main" id="{B49947F2-F32D-6117-0753-515B95F95B08}"/>
              </a:ext>
            </a:extLst>
          </p:cNvPr>
          <p:cNvGrpSpPr/>
          <p:nvPr/>
        </p:nvGrpSpPr>
        <p:grpSpPr>
          <a:xfrm>
            <a:off x="4694410" y="623091"/>
            <a:ext cx="2795593" cy="3610859"/>
            <a:chOff x="713228" y="756273"/>
            <a:chExt cx="2795593" cy="3610859"/>
          </a:xfrm>
        </p:grpSpPr>
        <p:grpSp>
          <p:nvGrpSpPr>
            <p:cNvPr id="8" name="Google Shape;372;p33">
              <a:extLst>
                <a:ext uri="{FF2B5EF4-FFF2-40B4-BE49-F238E27FC236}">
                  <a16:creationId xmlns:a16="http://schemas.microsoft.com/office/drawing/2014/main" id="{C85098D9-AC9F-05D3-7034-39FF4979A6D3}"/>
                </a:ext>
              </a:extLst>
            </p:cNvPr>
            <p:cNvGrpSpPr/>
            <p:nvPr/>
          </p:nvGrpSpPr>
          <p:grpSpPr>
            <a:xfrm>
              <a:off x="713228" y="756273"/>
              <a:ext cx="2795593" cy="3610859"/>
              <a:chOff x="293087" y="273641"/>
              <a:chExt cx="3511170" cy="4535116"/>
            </a:xfrm>
          </p:grpSpPr>
          <p:sp>
            <p:nvSpPr>
              <p:cNvPr id="10" name="Google Shape;373;p33">
                <a:extLst>
                  <a:ext uri="{FF2B5EF4-FFF2-40B4-BE49-F238E27FC236}">
                    <a16:creationId xmlns:a16="http://schemas.microsoft.com/office/drawing/2014/main" id="{8809518D-784F-560D-138F-29559BACAE6D}"/>
                  </a:ext>
                </a:extLst>
              </p:cNvPr>
              <p:cNvSpPr/>
              <p:nvPr/>
            </p:nvSpPr>
            <p:spPr>
              <a:xfrm>
                <a:off x="2601618" y="4214808"/>
                <a:ext cx="324803" cy="324793"/>
              </a:xfrm>
              <a:custGeom>
                <a:avLst/>
                <a:gdLst/>
                <a:ahLst/>
                <a:cxnLst/>
                <a:rect l="l" t="t" r="r" b="b"/>
                <a:pathLst>
                  <a:path w="4231" h="4231" extrusionOk="0">
                    <a:moveTo>
                      <a:pt x="4230" y="2118"/>
                    </a:moveTo>
                    <a:cubicBezTo>
                      <a:pt x="4230" y="3280"/>
                      <a:pt x="3281" y="4230"/>
                      <a:pt x="2113" y="4230"/>
                    </a:cubicBezTo>
                    <a:cubicBezTo>
                      <a:pt x="944" y="4230"/>
                      <a:pt x="1" y="3280"/>
                      <a:pt x="1" y="2118"/>
                    </a:cubicBezTo>
                    <a:cubicBezTo>
                      <a:pt x="1" y="950"/>
                      <a:pt x="944" y="0"/>
                      <a:pt x="2113" y="0"/>
                    </a:cubicBezTo>
                    <a:cubicBezTo>
                      <a:pt x="3281" y="0"/>
                      <a:pt x="4230" y="950"/>
                      <a:pt x="4230" y="21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374;p33">
                <a:extLst>
                  <a:ext uri="{FF2B5EF4-FFF2-40B4-BE49-F238E27FC236}">
                    <a16:creationId xmlns:a16="http://schemas.microsoft.com/office/drawing/2014/main" id="{286DC6E6-BE8E-60AC-91BA-BB2521AFF9EE}"/>
                  </a:ext>
                </a:extLst>
              </p:cNvPr>
              <p:cNvSpPr/>
              <p:nvPr/>
            </p:nvSpPr>
            <p:spPr>
              <a:xfrm>
                <a:off x="3332150" y="2479887"/>
                <a:ext cx="187378" cy="187402"/>
              </a:xfrm>
              <a:custGeom>
                <a:avLst/>
                <a:gdLst/>
                <a:ahLst/>
                <a:cxnLst/>
                <a:rect l="l" t="t" r="r" b="b"/>
                <a:pathLst>
                  <a:path w="4230" h="4231" extrusionOk="0">
                    <a:moveTo>
                      <a:pt x="4230" y="2119"/>
                    </a:moveTo>
                    <a:cubicBezTo>
                      <a:pt x="4230" y="3287"/>
                      <a:pt x="3280" y="4231"/>
                      <a:pt x="2112" y="4231"/>
                    </a:cubicBezTo>
                    <a:cubicBezTo>
                      <a:pt x="944" y="4231"/>
                      <a:pt x="0" y="3287"/>
                      <a:pt x="0" y="2119"/>
                    </a:cubicBezTo>
                    <a:cubicBezTo>
                      <a:pt x="0" y="950"/>
                      <a:pt x="944" y="1"/>
                      <a:pt x="2112" y="1"/>
                    </a:cubicBezTo>
                    <a:cubicBezTo>
                      <a:pt x="3280" y="1"/>
                      <a:pt x="4230" y="950"/>
                      <a:pt x="4230" y="211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375;p33">
                <a:extLst>
                  <a:ext uri="{FF2B5EF4-FFF2-40B4-BE49-F238E27FC236}">
                    <a16:creationId xmlns:a16="http://schemas.microsoft.com/office/drawing/2014/main" id="{9EC9B92C-689B-5EC9-AB26-0E582DFD1393}"/>
                  </a:ext>
                </a:extLst>
              </p:cNvPr>
              <p:cNvSpPr/>
              <p:nvPr/>
            </p:nvSpPr>
            <p:spPr>
              <a:xfrm>
                <a:off x="293087" y="273641"/>
                <a:ext cx="181266" cy="181242"/>
              </a:xfrm>
              <a:custGeom>
                <a:avLst/>
                <a:gdLst/>
                <a:ahLst/>
                <a:cxnLst/>
                <a:rect l="l" t="t" r="r" b="b"/>
                <a:pathLst>
                  <a:path w="3298" h="3298" extrusionOk="0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376;p33">
                <a:extLst>
                  <a:ext uri="{FF2B5EF4-FFF2-40B4-BE49-F238E27FC236}">
                    <a16:creationId xmlns:a16="http://schemas.microsoft.com/office/drawing/2014/main" id="{8EB39119-4403-E6BD-A9B4-0C610230CBE9}"/>
                  </a:ext>
                </a:extLst>
              </p:cNvPr>
              <p:cNvSpPr/>
              <p:nvPr/>
            </p:nvSpPr>
            <p:spPr>
              <a:xfrm>
                <a:off x="1038559" y="4453324"/>
                <a:ext cx="192303" cy="192296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505" extrusionOk="0">
                    <a:moveTo>
                      <a:pt x="2504" y="1255"/>
                    </a:moveTo>
                    <a:cubicBezTo>
                      <a:pt x="2504" y="1946"/>
                      <a:pt x="1946" y="2504"/>
                      <a:pt x="1256" y="2504"/>
                    </a:cubicBezTo>
                    <a:cubicBezTo>
                      <a:pt x="559" y="2504"/>
                      <a:pt x="1" y="1946"/>
                      <a:pt x="1" y="1255"/>
                    </a:cubicBezTo>
                    <a:cubicBezTo>
                      <a:pt x="1" y="559"/>
                      <a:pt x="559" y="1"/>
                      <a:pt x="1256" y="1"/>
                    </a:cubicBezTo>
                    <a:cubicBezTo>
                      <a:pt x="1946" y="1"/>
                      <a:pt x="2504" y="559"/>
                      <a:pt x="2504" y="125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377;p33">
                <a:extLst>
                  <a:ext uri="{FF2B5EF4-FFF2-40B4-BE49-F238E27FC236}">
                    <a16:creationId xmlns:a16="http://schemas.microsoft.com/office/drawing/2014/main" id="{840031A4-71F3-4B7E-6464-E3D85E9D327D}"/>
                  </a:ext>
                </a:extLst>
              </p:cNvPr>
              <p:cNvSpPr/>
              <p:nvPr/>
            </p:nvSpPr>
            <p:spPr>
              <a:xfrm>
                <a:off x="434250" y="2832705"/>
                <a:ext cx="192226" cy="192220"/>
              </a:xfrm>
              <a:custGeom>
                <a:avLst/>
                <a:gdLst/>
                <a:ahLst/>
                <a:cxnLst/>
                <a:rect l="l" t="t" r="r" b="b"/>
                <a:pathLst>
                  <a:path w="2504" h="2504" extrusionOk="0">
                    <a:moveTo>
                      <a:pt x="2504" y="1249"/>
                    </a:moveTo>
                    <a:cubicBezTo>
                      <a:pt x="2504" y="1940"/>
                      <a:pt x="1945" y="2504"/>
                      <a:pt x="1255" y="2504"/>
                    </a:cubicBezTo>
                    <a:cubicBezTo>
                      <a:pt x="564" y="2504"/>
                      <a:pt x="0" y="1940"/>
                      <a:pt x="0" y="1249"/>
                    </a:cubicBezTo>
                    <a:cubicBezTo>
                      <a:pt x="0" y="558"/>
                      <a:pt x="564" y="0"/>
                      <a:pt x="1255" y="0"/>
                    </a:cubicBezTo>
                    <a:cubicBezTo>
                      <a:pt x="1945" y="0"/>
                      <a:pt x="2504" y="558"/>
                      <a:pt x="2504" y="124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378;p33">
                <a:extLst>
                  <a:ext uri="{FF2B5EF4-FFF2-40B4-BE49-F238E27FC236}">
                    <a16:creationId xmlns:a16="http://schemas.microsoft.com/office/drawing/2014/main" id="{FEF81168-17E1-203E-06A2-81F0ED596AEB}"/>
                  </a:ext>
                </a:extLst>
              </p:cNvPr>
              <p:cNvSpPr/>
              <p:nvPr/>
            </p:nvSpPr>
            <p:spPr>
              <a:xfrm>
                <a:off x="1464919" y="461450"/>
                <a:ext cx="510350" cy="510334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379;p33">
                <a:extLst>
                  <a:ext uri="{FF2B5EF4-FFF2-40B4-BE49-F238E27FC236}">
                    <a16:creationId xmlns:a16="http://schemas.microsoft.com/office/drawing/2014/main" id="{6AC712AC-DAF6-50F5-AAC6-6AFFCD7410C3}"/>
                  </a:ext>
                </a:extLst>
              </p:cNvPr>
              <p:cNvSpPr/>
              <p:nvPr/>
            </p:nvSpPr>
            <p:spPr>
              <a:xfrm>
                <a:off x="627777" y="1786738"/>
                <a:ext cx="324727" cy="324793"/>
              </a:xfrm>
              <a:custGeom>
                <a:avLst/>
                <a:gdLst/>
                <a:ahLst/>
                <a:cxnLst/>
                <a:rect l="l" t="t" r="r" b="b"/>
                <a:pathLst>
                  <a:path w="4230" h="4231" extrusionOk="0">
                    <a:moveTo>
                      <a:pt x="4230" y="2113"/>
                    </a:moveTo>
                    <a:cubicBezTo>
                      <a:pt x="4230" y="3281"/>
                      <a:pt x="3280" y="4231"/>
                      <a:pt x="2112" y="4231"/>
                    </a:cubicBezTo>
                    <a:cubicBezTo>
                      <a:pt x="950" y="4231"/>
                      <a:pt x="0" y="3281"/>
                      <a:pt x="0" y="2113"/>
                    </a:cubicBezTo>
                    <a:cubicBezTo>
                      <a:pt x="0" y="945"/>
                      <a:pt x="950" y="1"/>
                      <a:pt x="2112" y="1"/>
                    </a:cubicBezTo>
                    <a:cubicBezTo>
                      <a:pt x="3280" y="1"/>
                      <a:pt x="4230" y="945"/>
                      <a:pt x="4230" y="211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380;p33">
                <a:extLst>
                  <a:ext uri="{FF2B5EF4-FFF2-40B4-BE49-F238E27FC236}">
                    <a16:creationId xmlns:a16="http://schemas.microsoft.com/office/drawing/2014/main" id="{F5708BA5-C7A6-CF8B-14A6-2A3287AF9737}"/>
                  </a:ext>
                </a:extLst>
              </p:cNvPr>
              <p:cNvSpPr/>
              <p:nvPr/>
            </p:nvSpPr>
            <p:spPr>
              <a:xfrm>
                <a:off x="782300" y="4555574"/>
                <a:ext cx="2362761" cy="253182"/>
              </a:xfrm>
              <a:custGeom>
                <a:avLst/>
                <a:gdLst/>
                <a:ahLst/>
                <a:cxnLst/>
                <a:rect l="l" t="t" r="r" b="b"/>
                <a:pathLst>
                  <a:path w="34075" h="8058" extrusionOk="0">
                    <a:moveTo>
                      <a:pt x="34075" y="4029"/>
                    </a:moveTo>
                    <a:cubicBezTo>
                      <a:pt x="34075" y="6256"/>
                      <a:pt x="26444" y="8057"/>
                      <a:pt x="17041" y="8057"/>
                    </a:cubicBezTo>
                    <a:cubicBezTo>
                      <a:pt x="7632" y="8057"/>
                      <a:pt x="1" y="6256"/>
                      <a:pt x="1" y="4029"/>
                    </a:cubicBezTo>
                    <a:cubicBezTo>
                      <a:pt x="1" y="1807"/>
                      <a:pt x="7632" y="0"/>
                      <a:pt x="17041" y="0"/>
                    </a:cubicBezTo>
                    <a:cubicBezTo>
                      <a:pt x="26444" y="0"/>
                      <a:pt x="34075" y="1807"/>
                      <a:pt x="34075" y="4029"/>
                    </a:cubicBezTo>
                    <a:close/>
                  </a:path>
                </a:pathLst>
              </a:custGeom>
              <a:solidFill>
                <a:srgbClr val="134F5C">
                  <a:alpha val="327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381;p33">
                <a:extLst>
                  <a:ext uri="{FF2B5EF4-FFF2-40B4-BE49-F238E27FC236}">
                    <a16:creationId xmlns:a16="http://schemas.microsoft.com/office/drawing/2014/main" id="{8C556C03-2EDE-249F-4F02-E325AE0C732C}"/>
                  </a:ext>
                </a:extLst>
              </p:cNvPr>
              <p:cNvSpPr/>
              <p:nvPr/>
            </p:nvSpPr>
            <p:spPr>
              <a:xfrm>
                <a:off x="1535627" y="4051294"/>
                <a:ext cx="926891" cy="682211"/>
              </a:xfrm>
              <a:custGeom>
                <a:avLst/>
                <a:gdLst/>
                <a:ahLst/>
                <a:cxnLst/>
                <a:rect l="l" t="t" r="r" b="b"/>
                <a:pathLst>
                  <a:path w="12074" h="8887" extrusionOk="0">
                    <a:moveTo>
                      <a:pt x="5151" y="8881"/>
                    </a:moveTo>
                    <a:cubicBezTo>
                      <a:pt x="5013" y="8869"/>
                      <a:pt x="4886" y="8840"/>
                      <a:pt x="4754" y="8800"/>
                    </a:cubicBezTo>
                    <a:lnTo>
                      <a:pt x="1600" y="7707"/>
                    </a:lnTo>
                    <a:cubicBezTo>
                      <a:pt x="599" y="7361"/>
                      <a:pt x="0" y="6435"/>
                      <a:pt x="190" y="5549"/>
                    </a:cubicBezTo>
                    <a:lnTo>
                      <a:pt x="1180" y="858"/>
                    </a:lnTo>
                    <a:cubicBezTo>
                      <a:pt x="1197" y="778"/>
                      <a:pt x="1266" y="720"/>
                      <a:pt x="1358" y="715"/>
                    </a:cubicBezTo>
                    <a:lnTo>
                      <a:pt x="8621" y="7"/>
                    </a:lnTo>
                    <a:cubicBezTo>
                      <a:pt x="8696" y="1"/>
                      <a:pt x="8776" y="30"/>
                      <a:pt x="8828" y="82"/>
                    </a:cubicBezTo>
                    <a:cubicBezTo>
                      <a:pt x="8880" y="133"/>
                      <a:pt x="8897" y="202"/>
                      <a:pt x="8886" y="260"/>
                    </a:cubicBezTo>
                    <a:lnTo>
                      <a:pt x="7591" y="4634"/>
                    </a:lnTo>
                    <a:lnTo>
                      <a:pt x="7591" y="4634"/>
                    </a:lnTo>
                    <a:cubicBezTo>
                      <a:pt x="7366" y="5399"/>
                      <a:pt x="7890" y="6210"/>
                      <a:pt x="8799" y="6498"/>
                    </a:cubicBezTo>
                    <a:lnTo>
                      <a:pt x="11803" y="7448"/>
                    </a:lnTo>
                    <a:cubicBezTo>
                      <a:pt x="11964" y="7499"/>
                      <a:pt x="12074" y="7626"/>
                      <a:pt x="12062" y="7764"/>
                    </a:cubicBezTo>
                    <a:cubicBezTo>
                      <a:pt x="12057" y="7902"/>
                      <a:pt x="11947" y="8006"/>
                      <a:pt x="11786" y="8029"/>
                    </a:cubicBezTo>
                    <a:lnTo>
                      <a:pt x="5438" y="8881"/>
                    </a:lnTo>
                    <a:cubicBezTo>
                      <a:pt x="5352" y="8886"/>
                      <a:pt x="5254" y="8886"/>
                      <a:pt x="5151" y="8881"/>
                    </a:cubicBezTo>
                    <a:close/>
                    <a:moveTo>
                      <a:pt x="1583" y="1071"/>
                    </a:moveTo>
                    <a:lnTo>
                      <a:pt x="610" y="5641"/>
                    </a:lnTo>
                    <a:cubicBezTo>
                      <a:pt x="461" y="6349"/>
                      <a:pt x="944" y="7079"/>
                      <a:pt x="1732" y="7356"/>
                    </a:cubicBezTo>
                    <a:lnTo>
                      <a:pt x="4892" y="8438"/>
                    </a:lnTo>
                    <a:cubicBezTo>
                      <a:pt x="5036" y="8489"/>
                      <a:pt x="5197" y="8507"/>
                      <a:pt x="5346" y="8484"/>
                    </a:cubicBezTo>
                    <a:lnTo>
                      <a:pt x="11257" y="7684"/>
                    </a:lnTo>
                    <a:lnTo>
                      <a:pt x="8667" y="6855"/>
                    </a:lnTo>
                    <a:cubicBezTo>
                      <a:pt x="7533" y="6492"/>
                      <a:pt x="6866" y="5462"/>
                      <a:pt x="7153" y="4507"/>
                    </a:cubicBezTo>
                    <a:lnTo>
                      <a:pt x="8350" y="427"/>
                    </a:lnTo>
                    <a:close/>
                    <a:moveTo>
                      <a:pt x="7366" y="4570"/>
                    </a:moveTo>
                    <a:close/>
                  </a:path>
                </a:pathLst>
              </a:custGeom>
              <a:solidFill>
                <a:srgbClr val="D1E0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382;p33">
                <a:extLst>
                  <a:ext uri="{FF2B5EF4-FFF2-40B4-BE49-F238E27FC236}">
                    <a16:creationId xmlns:a16="http://schemas.microsoft.com/office/drawing/2014/main" id="{3EB9AFB9-34F5-86A4-0BCF-F75690947405}"/>
                  </a:ext>
                </a:extLst>
              </p:cNvPr>
              <p:cNvSpPr/>
              <p:nvPr/>
            </p:nvSpPr>
            <p:spPr>
              <a:xfrm>
                <a:off x="1553284" y="4069027"/>
                <a:ext cx="908390" cy="648971"/>
              </a:xfrm>
              <a:custGeom>
                <a:avLst/>
                <a:gdLst/>
                <a:ahLst/>
                <a:cxnLst/>
                <a:rect l="l" t="t" r="r" b="b"/>
                <a:pathLst>
                  <a:path w="11833" h="8454" extrusionOk="0">
                    <a:moveTo>
                      <a:pt x="11585" y="7153"/>
                    </a:moveTo>
                    <a:lnTo>
                      <a:pt x="8564" y="6233"/>
                    </a:lnTo>
                    <a:cubicBezTo>
                      <a:pt x="7689" y="5956"/>
                      <a:pt x="7188" y="5174"/>
                      <a:pt x="7401" y="4437"/>
                    </a:cubicBezTo>
                    <a:lnTo>
                      <a:pt x="8638" y="248"/>
                    </a:lnTo>
                    <a:cubicBezTo>
                      <a:pt x="8661" y="190"/>
                      <a:pt x="8638" y="115"/>
                      <a:pt x="8592" y="75"/>
                    </a:cubicBezTo>
                    <a:cubicBezTo>
                      <a:pt x="8541" y="23"/>
                      <a:pt x="8466" y="0"/>
                      <a:pt x="8391" y="6"/>
                    </a:cubicBezTo>
                    <a:lnTo>
                      <a:pt x="1307" y="581"/>
                    </a:lnTo>
                    <a:cubicBezTo>
                      <a:pt x="1226" y="587"/>
                      <a:pt x="1151" y="650"/>
                      <a:pt x="1134" y="725"/>
                    </a:cubicBezTo>
                    <a:lnTo>
                      <a:pt x="179" y="5237"/>
                    </a:lnTo>
                    <a:cubicBezTo>
                      <a:pt x="0" y="6095"/>
                      <a:pt x="576" y="6987"/>
                      <a:pt x="1537" y="7315"/>
                    </a:cubicBezTo>
                    <a:lnTo>
                      <a:pt x="4575" y="8368"/>
                    </a:lnTo>
                    <a:cubicBezTo>
                      <a:pt x="4696" y="8408"/>
                      <a:pt x="4829" y="8437"/>
                      <a:pt x="4955" y="8448"/>
                    </a:cubicBezTo>
                    <a:cubicBezTo>
                      <a:pt x="5047" y="8454"/>
                      <a:pt x="5145" y="8448"/>
                      <a:pt x="5237" y="8437"/>
                    </a:cubicBezTo>
                    <a:lnTo>
                      <a:pt x="11568" y="7597"/>
                    </a:lnTo>
                    <a:cubicBezTo>
                      <a:pt x="11723" y="7573"/>
                      <a:pt x="11832" y="7516"/>
                      <a:pt x="11832" y="7412"/>
                    </a:cubicBezTo>
                    <a:cubicBezTo>
                      <a:pt x="11832" y="7326"/>
                      <a:pt x="11740" y="7194"/>
                      <a:pt x="11585" y="71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383;p33">
                <a:extLst>
                  <a:ext uri="{FF2B5EF4-FFF2-40B4-BE49-F238E27FC236}">
                    <a16:creationId xmlns:a16="http://schemas.microsoft.com/office/drawing/2014/main" id="{573B9A13-BB03-B47A-536D-048116BCD98B}"/>
                  </a:ext>
                </a:extLst>
              </p:cNvPr>
              <p:cNvSpPr/>
              <p:nvPr/>
            </p:nvSpPr>
            <p:spPr>
              <a:xfrm>
                <a:off x="700629" y="2436189"/>
                <a:ext cx="2361445" cy="1971248"/>
              </a:xfrm>
              <a:custGeom>
                <a:avLst/>
                <a:gdLst/>
                <a:ahLst/>
                <a:cxnLst/>
                <a:rect l="l" t="t" r="r" b="b"/>
                <a:pathLst>
                  <a:path w="30761" h="25679" extrusionOk="0">
                    <a:moveTo>
                      <a:pt x="29931" y="23601"/>
                    </a:moveTo>
                    <a:lnTo>
                      <a:pt x="1474" y="25638"/>
                    </a:lnTo>
                    <a:cubicBezTo>
                      <a:pt x="881" y="25678"/>
                      <a:pt x="375" y="25178"/>
                      <a:pt x="369" y="24516"/>
                    </a:cubicBezTo>
                    <a:lnTo>
                      <a:pt x="6" y="1215"/>
                    </a:lnTo>
                    <a:cubicBezTo>
                      <a:pt x="1" y="559"/>
                      <a:pt x="570" y="12"/>
                      <a:pt x="1635" y="0"/>
                    </a:cubicBezTo>
                    <a:lnTo>
                      <a:pt x="29373" y="1059"/>
                    </a:lnTo>
                    <a:cubicBezTo>
                      <a:pt x="29834" y="1071"/>
                      <a:pt x="30219" y="1548"/>
                      <a:pt x="30236" y="2124"/>
                    </a:cubicBezTo>
                    <a:lnTo>
                      <a:pt x="30754" y="22496"/>
                    </a:lnTo>
                    <a:cubicBezTo>
                      <a:pt x="30760" y="23071"/>
                      <a:pt x="30403" y="23566"/>
                      <a:pt x="29931" y="2360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384;p33">
                <a:extLst>
                  <a:ext uri="{FF2B5EF4-FFF2-40B4-BE49-F238E27FC236}">
                    <a16:creationId xmlns:a16="http://schemas.microsoft.com/office/drawing/2014/main" id="{6241FBD3-A224-6223-7ECD-00E2ED7D2851}"/>
                  </a:ext>
                </a:extLst>
              </p:cNvPr>
              <p:cNvSpPr/>
              <p:nvPr/>
            </p:nvSpPr>
            <p:spPr>
              <a:xfrm>
                <a:off x="754981" y="2433963"/>
                <a:ext cx="2362750" cy="1968178"/>
              </a:xfrm>
              <a:custGeom>
                <a:avLst/>
                <a:gdLst/>
                <a:ahLst/>
                <a:cxnLst/>
                <a:rect l="l" t="t" r="r" b="b"/>
                <a:pathLst>
                  <a:path w="30778" h="25639" extrusionOk="0">
                    <a:moveTo>
                      <a:pt x="29954" y="23572"/>
                    </a:moveTo>
                    <a:lnTo>
                      <a:pt x="1479" y="25592"/>
                    </a:lnTo>
                    <a:cubicBezTo>
                      <a:pt x="875" y="25638"/>
                      <a:pt x="380" y="25132"/>
                      <a:pt x="369" y="24470"/>
                    </a:cubicBezTo>
                    <a:lnTo>
                      <a:pt x="6" y="1163"/>
                    </a:lnTo>
                    <a:cubicBezTo>
                      <a:pt x="0" y="513"/>
                      <a:pt x="472" y="1"/>
                      <a:pt x="1071" y="18"/>
                    </a:cubicBezTo>
                    <a:lnTo>
                      <a:pt x="29385" y="1019"/>
                    </a:lnTo>
                    <a:cubicBezTo>
                      <a:pt x="29845" y="1036"/>
                      <a:pt x="30230" y="1520"/>
                      <a:pt x="30248" y="2084"/>
                    </a:cubicBezTo>
                    <a:lnTo>
                      <a:pt x="30766" y="22462"/>
                    </a:lnTo>
                    <a:cubicBezTo>
                      <a:pt x="30777" y="23049"/>
                      <a:pt x="30415" y="23544"/>
                      <a:pt x="29954" y="235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385;p33">
                <a:extLst>
                  <a:ext uri="{FF2B5EF4-FFF2-40B4-BE49-F238E27FC236}">
                    <a16:creationId xmlns:a16="http://schemas.microsoft.com/office/drawing/2014/main" id="{18E48AB4-4BE3-9C85-B557-F1CAD3EDA0A7}"/>
                  </a:ext>
                </a:extLst>
              </p:cNvPr>
              <p:cNvSpPr/>
              <p:nvPr/>
            </p:nvSpPr>
            <p:spPr>
              <a:xfrm>
                <a:off x="754059" y="2433963"/>
                <a:ext cx="2359219" cy="1751701"/>
              </a:xfrm>
              <a:custGeom>
                <a:avLst/>
                <a:gdLst/>
                <a:ahLst/>
                <a:cxnLst/>
                <a:rect l="l" t="t" r="r" b="b"/>
                <a:pathLst>
                  <a:path w="30732" h="22819" extrusionOk="0">
                    <a:moveTo>
                      <a:pt x="30732" y="21017"/>
                    </a:moveTo>
                    <a:lnTo>
                      <a:pt x="30254" y="2084"/>
                    </a:lnTo>
                    <a:cubicBezTo>
                      <a:pt x="30237" y="1508"/>
                      <a:pt x="29851" y="1036"/>
                      <a:pt x="29391" y="1019"/>
                    </a:cubicBezTo>
                    <a:lnTo>
                      <a:pt x="1077" y="18"/>
                    </a:lnTo>
                    <a:cubicBezTo>
                      <a:pt x="479" y="1"/>
                      <a:pt x="1" y="507"/>
                      <a:pt x="12" y="1163"/>
                    </a:cubicBezTo>
                    <a:lnTo>
                      <a:pt x="346" y="228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386;p33">
                <a:extLst>
                  <a:ext uri="{FF2B5EF4-FFF2-40B4-BE49-F238E27FC236}">
                    <a16:creationId xmlns:a16="http://schemas.microsoft.com/office/drawing/2014/main" id="{F0434BAE-C842-896A-A4B4-07B73F6E7DDA}"/>
                  </a:ext>
                </a:extLst>
              </p:cNvPr>
              <p:cNvSpPr/>
              <p:nvPr/>
            </p:nvSpPr>
            <p:spPr>
              <a:xfrm>
                <a:off x="854394" y="2555025"/>
                <a:ext cx="2180274" cy="1505208"/>
              </a:xfrm>
              <a:custGeom>
                <a:avLst/>
                <a:gdLst/>
                <a:ahLst/>
                <a:cxnLst/>
                <a:rect l="l" t="t" r="r" b="b"/>
                <a:pathLst>
                  <a:path w="28401" h="19608" extrusionOk="0">
                    <a:moveTo>
                      <a:pt x="28400" y="18128"/>
                    </a:moveTo>
                    <a:lnTo>
                      <a:pt x="317" y="19607"/>
                    </a:lnTo>
                    <a:lnTo>
                      <a:pt x="0" y="0"/>
                    </a:lnTo>
                    <a:lnTo>
                      <a:pt x="27957" y="806"/>
                    </a:lnTo>
                    <a:close/>
                  </a:path>
                </a:pathLst>
              </a:custGeom>
              <a:solidFill>
                <a:srgbClr val="D1E0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387;p33">
                <a:extLst>
                  <a:ext uri="{FF2B5EF4-FFF2-40B4-BE49-F238E27FC236}">
                    <a16:creationId xmlns:a16="http://schemas.microsoft.com/office/drawing/2014/main" id="{FA7B0703-EC7A-15D7-5F76-CE3D0A5C1EB3}"/>
                  </a:ext>
                </a:extLst>
              </p:cNvPr>
              <p:cNvSpPr/>
              <p:nvPr/>
            </p:nvSpPr>
            <p:spPr>
              <a:xfrm>
                <a:off x="861917" y="2562932"/>
                <a:ext cx="2166072" cy="1488013"/>
              </a:xfrm>
              <a:custGeom>
                <a:avLst/>
                <a:gdLst/>
                <a:ahLst/>
                <a:cxnLst/>
                <a:rect l="l" t="t" r="r" b="b"/>
                <a:pathLst>
                  <a:path w="28216" h="19384" extrusionOk="0">
                    <a:moveTo>
                      <a:pt x="317" y="19383"/>
                    </a:moveTo>
                    <a:lnTo>
                      <a:pt x="0" y="1"/>
                    </a:lnTo>
                    <a:lnTo>
                      <a:pt x="27784" y="795"/>
                    </a:lnTo>
                    <a:lnTo>
                      <a:pt x="28216" y="1792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388;p33">
                <a:extLst>
                  <a:ext uri="{FF2B5EF4-FFF2-40B4-BE49-F238E27FC236}">
                    <a16:creationId xmlns:a16="http://schemas.microsoft.com/office/drawing/2014/main" id="{A6ABAB92-0F96-6521-7852-77768C702A30}"/>
                  </a:ext>
                </a:extLst>
              </p:cNvPr>
              <p:cNvSpPr/>
              <p:nvPr/>
            </p:nvSpPr>
            <p:spPr>
              <a:xfrm>
                <a:off x="946285" y="2963656"/>
                <a:ext cx="1165024" cy="956952"/>
              </a:xfrm>
              <a:custGeom>
                <a:avLst/>
                <a:gdLst/>
                <a:ahLst/>
                <a:cxnLst/>
                <a:rect l="l" t="t" r="r" b="b"/>
                <a:pathLst>
                  <a:path w="15176" h="12466" extrusionOk="0">
                    <a:moveTo>
                      <a:pt x="4621" y="6308"/>
                    </a:moveTo>
                    <a:cubicBezTo>
                      <a:pt x="4621" y="6308"/>
                      <a:pt x="6123" y="12466"/>
                      <a:pt x="10647" y="12132"/>
                    </a:cubicBezTo>
                    <a:cubicBezTo>
                      <a:pt x="15176" y="11804"/>
                      <a:pt x="14698" y="478"/>
                      <a:pt x="14698" y="478"/>
                    </a:cubicBezTo>
                    <a:lnTo>
                      <a:pt x="4829" y="1"/>
                    </a:lnTo>
                    <a:cubicBezTo>
                      <a:pt x="4829" y="1"/>
                      <a:pt x="0" y="5853"/>
                      <a:pt x="892" y="7465"/>
                    </a:cubicBezTo>
                    <a:cubicBezTo>
                      <a:pt x="1784" y="9076"/>
                      <a:pt x="4621" y="6308"/>
                      <a:pt x="4621" y="6308"/>
                    </a:cubicBez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389;p33">
                <a:extLst>
                  <a:ext uri="{FF2B5EF4-FFF2-40B4-BE49-F238E27FC236}">
                    <a16:creationId xmlns:a16="http://schemas.microsoft.com/office/drawing/2014/main" id="{D9BDBE83-DA3D-D766-4CFD-F29B21822037}"/>
                  </a:ext>
                </a:extLst>
              </p:cNvPr>
              <p:cNvSpPr/>
              <p:nvPr/>
            </p:nvSpPr>
            <p:spPr>
              <a:xfrm>
                <a:off x="2297236" y="2111003"/>
                <a:ext cx="1038741" cy="893391"/>
              </a:xfrm>
              <a:custGeom>
                <a:avLst/>
                <a:gdLst/>
                <a:ahLst/>
                <a:cxnLst/>
                <a:rect l="l" t="t" r="r" b="b"/>
                <a:pathLst>
                  <a:path w="13531" h="11638" extrusionOk="0">
                    <a:moveTo>
                      <a:pt x="0" y="7137"/>
                    </a:moveTo>
                    <a:cubicBezTo>
                      <a:pt x="0" y="6055"/>
                      <a:pt x="547" y="5048"/>
                      <a:pt x="1445" y="4467"/>
                    </a:cubicBezTo>
                    <a:cubicBezTo>
                      <a:pt x="3827" y="2936"/>
                      <a:pt x="8834" y="1"/>
                      <a:pt x="10848" y="1042"/>
                    </a:cubicBezTo>
                    <a:cubicBezTo>
                      <a:pt x="13530" y="2435"/>
                      <a:pt x="2855" y="11637"/>
                      <a:pt x="1134" y="10348"/>
                    </a:cubicBezTo>
                    <a:cubicBezTo>
                      <a:pt x="225" y="9669"/>
                      <a:pt x="6" y="8276"/>
                      <a:pt x="0" y="713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390;p33">
                <a:extLst>
                  <a:ext uri="{FF2B5EF4-FFF2-40B4-BE49-F238E27FC236}">
                    <a16:creationId xmlns:a16="http://schemas.microsoft.com/office/drawing/2014/main" id="{7FBA5BF3-961D-A3CA-09CF-144907A7ACCD}"/>
                  </a:ext>
                </a:extLst>
              </p:cNvPr>
              <p:cNvSpPr/>
              <p:nvPr/>
            </p:nvSpPr>
            <p:spPr>
              <a:xfrm>
                <a:off x="1290433" y="2270065"/>
                <a:ext cx="1332914" cy="1718999"/>
              </a:xfrm>
              <a:custGeom>
                <a:avLst/>
                <a:gdLst/>
                <a:ahLst/>
                <a:cxnLst/>
                <a:rect l="l" t="t" r="r" b="b"/>
                <a:pathLst>
                  <a:path w="17363" h="22393" extrusionOk="0">
                    <a:moveTo>
                      <a:pt x="7890" y="21149"/>
                    </a:moveTo>
                    <a:cubicBezTo>
                      <a:pt x="2331" y="22393"/>
                      <a:pt x="0" y="12563"/>
                      <a:pt x="1577" y="5019"/>
                    </a:cubicBezTo>
                    <a:cubicBezTo>
                      <a:pt x="2049" y="2740"/>
                      <a:pt x="4080" y="1"/>
                      <a:pt x="6647" y="127"/>
                    </a:cubicBezTo>
                    <a:lnTo>
                      <a:pt x="15343" y="1140"/>
                    </a:lnTo>
                    <a:cubicBezTo>
                      <a:pt x="17322" y="2348"/>
                      <a:pt x="17363" y="5353"/>
                      <a:pt x="16747" y="8546"/>
                    </a:cubicBezTo>
                    <a:cubicBezTo>
                      <a:pt x="15768" y="13657"/>
                      <a:pt x="12695" y="20068"/>
                      <a:pt x="7890" y="2114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391;p33">
                <a:extLst>
                  <a:ext uri="{FF2B5EF4-FFF2-40B4-BE49-F238E27FC236}">
                    <a16:creationId xmlns:a16="http://schemas.microsoft.com/office/drawing/2014/main" id="{4144C596-1F66-751D-0B34-26464DBD4919}"/>
                  </a:ext>
                </a:extLst>
              </p:cNvPr>
              <p:cNvSpPr/>
              <p:nvPr/>
            </p:nvSpPr>
            <p:spPr>
              <a:xfrm>
                <a:off x="1638956" y="2397268"/>
                <a:ext cx="933109" cy="1358510"/>
              </a:xfrm>
              <a:custGeom>
                <a:avLst/>
                <a:gdLst/>
                <a:ahLst/>
                <a:cxnLst/>
                <a:rect l="l" t="t" r="r" b="b"/>
                <a:pathLst>
                  <a:path w="12155" h="17697" extrusionOk="0">
                    <a:moveTo>
                      <a:pt x="10354" y="628"/>
                    </a:moveTo>
                    <a:cubicBezTo>
                      <a:pt x="9358" y="1313"/>
                      <a:pt x="3005" y="2602"/>
                      <a:pt x="156" y="881"/>
                    </a:cubicBezTo>
                    <a:cubicBezTo>
                      <a:pt x="1" y="2199"/>
                      <a:pt x="1261" y="5198"/>
                      <a:pt x="1854" y="8052"/>
                    </a:cubicBezTo>
                    <a:cubicBezTo>
                      <a:pt x="2775" y="12426"/>
                      <a:pt x="4864" y="17697"/>
                      <a:pt x="6630" y="16114"/>
                    </a:cubicBezTo>
                    <a:cubicBezTo>
                      <a:pt x="10072" y="13036"/>
                      <a:pt x="11608" y="7770"/>
                      <a:pt x="11908" y="4616"/>
                    </a:cubicBezTo>
                    <a:cubicBezTo>
                      <a:pt x="12155" y="1923"/>
                      <a:pt x="11263" y="1"/>
                      <a:pt x="10354" y="628"/>
                    </a:cubicBez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392;p33">
                <a:extLst>
                  <a:ext uri="{FF2B5EF4-FFF2-40B4-BE49-F238E27FC236}">
                    <a16:creationId xmlns:a16="http://schemas.microsoft.com/office/drawing/2014/main" id="{DEEC1A3B-CC14-AB22-3E04-16AB382075B2}"/>
                  </a:ext>
                </a:extLst>
              </p:cNvPr>
              <p:cNvSpPr/>
              <p:nvPr/>
            </p:nvSpPr>
            <p:spPr>
              <a:xfrm>
                <a:off x="1597121" y="2215241"/>
                <a:ext cx="891876" cy="343381"/>
              </a:xfrm>
              <a:custGeom>
                <a:avLst/>
                <a:gdLst/>
                <a:ahLst/>
                <a:cxnLst/>
                <a:rect l="l" t="t" r="r" b="b"/>
                <a:pathLst>
                  <a:path w="13237" h="4473" extrusionOk="0">
                    <a:moveTo>
                      <a:pt x="13237" y="2539"/>
                    </a:moveTo>
                    <a:cubicBezTo>
                      <a:pt x="13237" y="3609"/>
                      <a:pt x="10676" y="4472"/>
                      <a:pt x="7229" y="4467"/>
                    </a:cubicBezTo>
                    <a:cubicBezTo>
                      <a:pt x="3407" y="4461"/>
                      <a:pt x="1" y="3408"/>
                      <a:pt x="1" y="2124"/>
                    </a:cubicBezTo>
                    <a:cubicBezTo>
                      <a:pt x="1" y="835"/>
                      <a:pt x="3407" y="1"/>
                      <a:pt x="7229" y="231"/>
                    </a:cubicBezTo>
                    <a:cubicBezTo>
                      <a:pt x="10676" y="438"/>
                      <a:pt x="13237" y="1468"/>
                      <a:pt x="13237" y="253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93;p33">
                <a:extLst>
                  <a:ext uri="{FF2B5EF4-FFF2-40B4-BE49-F238E27FC236}">
                    <a16:creationId xmlns:a16="http://schemas.microsoft.com/office/drawing/2014/main" id="{F0273A69-3C1B-FECF-0BD5-4E30F8E8F140}"/>
                  </a:ext>
                </a:extLst>
              </p:cNvPr>
              <p:cNvSpPr/>
              <p:nvPr/>
            </p:nvSpPr>
            <p:spPr>
              <a:xfrm>
                <a:off x="1464925" y="1398911"/>
                <a:ext cx="1239718" cy="1054521"/>
              </a:xfrm>
              <a:custGeom>
                <a:avLst/>
                <a:gdLst/>
                <a:ahLst/>
                <a:cxnLst/>
                <a:rect l="l" t="t" r="r" b="b"/>
                <a:pathLst>
                  <a:path w="16149" h="13737" extrusionOk="0">
                    <a:moveTo>
                      <a:pt x="16148" y="8074"/>
                    </a:moveTo>
                    <a:cubicBezTo>
                      <a:pt x="16148" y="11233"/>
                      <a:pt x="13127" y="13737"/>
                      <a:pt x="8978" y="13656"/>
                    </a:cubicBezTo>
                    <a:cubicBezTo>
                      <a:pt x="4282" y="13570"/>
                      <a:pt x="0" y="10272"/>
                      <a:pt x="0" y="6319"/>
                    </a:cubicBezTo>
                    <a:cubicBezTo>
                      <a:pt x="0" y="2359"/>
                      <a:pt x="4288" y="0"/>
                      <a:pt x="8978" y="927"/>
                    </a:cubicBezTo>
                    <a:cubicBezTo>
                      <a:pt x="13121" y="1755"/>
                      <a:pt x="16148" y="4915"/>
                      <a:pt x="16148" y="807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394;p33">
                <a:extLst>
                  <a:ext uri="{FF2B5EF4-FFF2-40B4-BE49-F238E27FC236}">
                    <a16:creationId xmlns:a16="http://schemas.microsoft.com/office/drawing/2014/main" id="{CFD42C50-8FC4-C1F6-D536-0D702768F3B7}"/>
                  </a:ext>
                </a:extLst>
              </p:cNvPr>
              <p:cNvSpPr/>
              <p:nvPr/>
            </p:nvSpPr>
            <p:spPr>
              <a:xfrm>
                <a:off x="1566948" y="1676347"/>
                <a:ext cx="1070523" cy="622487"/>
              </a:xfrm>
              <a:custGeom>
                <a:avLst/>
                <a:gdLst/>
                <a:ahLst/>
                <a:cxnLst/>
                <a:rect l="l" t="t" r="r" b="b"/>
                <a:pathLst>
                  <a:path w="13945" h="8109" extrusionOk="0">
                    <a:moveTo>
                      <a:pt x="12241" y="1634"/>
                    </a:moveTo>
                    <a:lnTo>
                      <a:pt x="2372" y="184"/>
                    </a:lnTo>
                    <a:cubicBezTo>
                      <a:pt x="1083" y="0"/>
                      <a:pt x="1" y="875"/>
                      <a:pt x="1" y="2158"/>
                    </a:cubicBezTo>
                    <a:lnTo>
                      <a:pt x="1" y="3205"/>
                    </a:lnTo>
                    <a:cubicBezTo>
                      <a:pt x="1" y="4489"/>
                      <a:pt x="1083" y="5611"/>
                      <a:pt x="2372" y="5703"/>
                    </a:cubicBezTo>
                    <a:lnTo>
                      <a:pt x="2832" y="5738"/>
                    </a:lnTo>
                    <a:cubicBezTo>
                      <a:pt x="3644" y="5795"/>
                      <a:pt x="4392" y="6209"/>
                      <a:pt x="4875" y="6825"/>
                    </a:cubicBezTo>
                    <a:cubicBezTo>
                      <a:pt x="5405" y="7510"/>
                      <a:pt x="6463" y="8005"/>
                      <a:pt x="7643" y="8057"/>
                    </a:cubicBezTo>
                    <a:cubicBezTo>
                      <a:pt x="8788" y="8109"/>
                      <a:pt x="9744" y="7740"/>
                      <a:pt x="10210" y="7159"/>
                    </a:cubicBezTo>
                    <a:cubicBezTo>
                      <a:pt x="10618" y="6641"/>
                      <a:pt x="11240" y="6365"/>
                      <a:pt x="11879" y="6417"/>
                    </a:cubicBezTo>
                    <a:lnTo>
                      <a:pt x="12230" y="6445"/>
                    </a:lnTo>
                    <a:cubicBezTo>
                      <a:pt x="13179" y="6514"/>
                      <a:pt x="13927" y="5720"/>
                      <a:pt x="13927" y="4661"/>
                    </a:cubicBezTo>
                    <a:lnTo>
                      <a:pt x="13927" y="3798"/>
                    </a:lnTo>
                    <a:cubicBezTo>
                      <a:pt x="13945" y="2739"/>
                      <a:pt x="13191" y="1767"/>
                      <a:pt x="12241" y="1634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95;p33">
                <a:extLst>
                  <a:ext uri="{FF2B5EF4-FFF2-40B4-BE49-F238E27FC236}">
                    <a16:creationId xmlns:a16="http://schemas.microsoft.com/office/drawing/2014/main" id="{6759811C-D96C-46ED-7C00-74D08CFCCA75}"/>
                  </a:ext>
                </a:extLst>
              </p:cNvPr>
              <p:cNvSpPr/>
              <p:nvPr/>
            </p:nvSpPr>
            <p:spPr>
              <a:xfrm>
                <a:off x="1659760" y="1744209"/>
                <a:ext cx="912305" cy="381906"/>
              </a:xfrm>
              <a:custGeom>
                <a:avLst/>
                <a:gdLst/>
                <a:ahLst/>
                <a:cxnLst/>
                <a:rect l="l" t="t" r="r" b="b"/>
                <a:pathLst>
                  <a:path w="11884" h="4975" extrusionOk="0">
                    <a:moveTo>
                      <a:pt x="1663" y="1"/>
                    </a:moveTo>
                    <a:cubicBezTo>
                      <a:pt x="732" y="1"/>
                      <a:pt x="0" y="655"/>
                      <a:pt x="0" y="1568"/>
                    </a:cubicBezTo>
                    <a:lnTo>
                      <a:pt x="0" y="2298"/>
                    </a:lnTo>
                    <a:cubicBezTo>
                      <a:pt x="0" y="3300"/>
                      <a:pt x="881" y="4186"/>
                      <a:pt x="1940" y="4272"/>
                    </a:cubicBezTo>
                    <a:lnTo>
                      <a:pt x="10428" y="4969"/>
                    </a:lnTo>
                    <a:cubicBezTo>
                      <a:pt x="10471" y="4973"/>
                      <a:pt x="10514" y="4975"/>
                      <a:pt x="10557" y="4975"/>
                    </a:cubicBezTo>
                    <a:cubicBezTo>
                      <a:pt x="11306" y="4975"/>
                      <a:pt x="11884" y="4359"/>
                      <a:pt x="11878" y="3553"/>
                    </a:cubicBezTo>
                    <a:lnTo>
                      <a:pt x="11878" y="2931"/>
                    </a:lnTo>
                    <a:cubicBezTo>
                      <a:pt x="11878" y="2091"/>
                      <a:pt x="11239" y="1314"/>
                      <a:pt x="10428" y="1199"/>
                    </a:cubicBezTo>
                    <a:lnTo>
                      <a:pt x="1940" y="20"/>
                    </a:lnTo>
                    <a:cubicBezTo>
                      <a:pt x="1846" y="7"/>
                      <a:pt x="1753" y="1"/>
                      <a:pt x="1663" y="1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96;p33">
                <a:extLst>
                  <a:ext uri="{FF2B5EF4-FFF2-40B4-BE49-F238E27FC236}">
                    <a16:creationId xmlns:a16="http://schemas.microsoft.com/office/drawing/2014/main" id="{143AABD5-9C75-DE03-4B2C-879D91AE995A}"/>
                  </a:ext>
                </a:extLst>
              </p:cNvPr>
              <p:cNvSpPr/>
              <p:nvPr/>
            </p:nvSpPr>
            <p:spPr>
              <a:xfrm>
                <a:off x="1869181" y="1868649"/>
                <a:ext cx="542977" cy="150920"/>
              </a:xfrm>
              <a:custGeom>
                <a:avLst/>
                <a:gdLst/>
                <a:ahLst/>
                <a:cxnLst/>
                <a:rect l="l" t="t" r="r" b="b"/>
                <a:pathLst>
                  <a:path w="7073" h="1966" extrusionOk="0">
                    <a:moveTo>
                      <a:pt x="816" y="1"/>
                    </a:moveTo>
                    <a:cubicBezTo>
                      <a:pt x="355" y="1"/>
                      <a:pt x="0" y="251"/>
                      <a:pt x="0" y="608"/>
                    </a:cubicBezTo>
                    <a:cubicBezTo>
                      <a:pt x="0" y="1005"/>
                      <a:pt x="437" y="1368"/>
                      <a:pt x="973" y="1420"/>
                    </a:cubicBezTo>
                    <a:cubicBezTo>
                      <a:pt x="1020" y="1425"/>
                      <a:pt x="1067" y="1428"/>
                      <a:pt x="1112" y="1428"/>
                    </a:cubicBezTo>
                    <a:cubicBezTo>
                      <a:pt x="1570" y="1428"/>
                      <a:pt x="1922" y="1173"/>
                      <a:pt x="1922" y="827"/>
                    </a:cubicBezTo>
                    <a:cubicBezTo>
                      <a:pt x="1922" y="442"/>
                      <a:pt x="1502" y="85"/>
                      <a:pt x="973" y="10"/>
                    </a:cubicBezTo>
                    <a:cubicBezTo>
                      <a:pt x="919" y="4"/>
                      <a:pt x="867" y="1"/>
                      <a:pt x="816" y="1"/>
                    </a:cubicBezTo>
                    <a:close/>
                    <a:moveTo>
                      <a:pt x="6129" y="642"/>
                    </a:moveTo>
                    <a:cubicBezTo>
                      <a:pt x="5726" y="642"/>
                      <a:pt x="5415" y="877"/>
                      <a:pt x="5415" y="1213"/>
                    </a:cubicBezTo>
                    <a:cubicBezTo>
                      <a:pt x="5415" y="1581"/>
                      <a:pt x="5789" y="1909"/>
                      <a:pt x="6250" y="1961"/>
                    </a:cubicBezTo>
                    <a:cubicBezTo>
                      <a:pt x="6282" y="1964"/>
                      <a:pt x="6314" y="1965"/>
                      <a:pt x="6346" y="1965"/>
                    </a:cubicBezTo>
                    <a:cubicBezTo>
                      <a:pt x="6755" y="1965"/>
                      <a:pt x="7073" y="1728"/>
                      <a:pt x="7073" y="1403"/>
                    </a:cubicBezTo>
                    <a:cubicBezTo>
                      <a:pt x="7067" y="1040"/>
                      <a:pt x="6704" y="712"/>
                      <a:pt x="6250" y="649"/>
                    </a:cubicBezTo>
                    <a:cubicBezTo>
                      <a:pt x="6209" y="644"/>
                      <a:pt x="6169" y="642"/>
                      <a:pt x="6129" y="64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397;p33">
                <a:extLst>
                  <a:ext uri="{FF2B5EF4-FFF2-40B4-BE49-F238E27FC236}">
                    <a16:creationId xmlns:a16="http://schemas.microsoft.com/office/drawing/2014/main" id="{47384301-48D2-D5EE-65B8-A173A61385FB}"/>
                  </a:ext>
                </a:extLst>
              </p:cNvPr>
              <p:cNvSpPr/>
              <p:nvPr/>
            </p:nvSpPr>
            <p:spPr>
              <a:xfrm>
                <a:off x="1638572" y="1464239"/>
                <a:ext cx="1018781" cy="568215"/>
              </a:xfrm>
              <a:custGeom>
                <a:avLst/>
                <a:gdLst/>
                <a:ahLst/>
                <a:cxnLst/>
                <a:rect l="l" t="t" r="r" b="b"/>
                <a:pathLst>
                  <a:path w="13271" h="7402" extrusionOk="0">
                    <a:moveTo>
                      <a:pt x="6768" y="524"/>
                    </a:moveTo>
                    <a:cubicBezTo>
                      <a:pt x="4028" y="1"/>
                      <a:pt x="1456" y="732"/>
                      <a:pt x="0" y="2337"/>
                    </a:cubicBezTo>
                    <a:cubicBezTo>
                      <a:pt x="414" y="3655"/>
                      <a:pt x="2503" y="5497"/>
                      <a:pt x="5812" y="6486"/>
                    </a:cubicBezTo>
                    <a:cubicBezTo>
                      <a:pt x="8839" y="7401"/>
                      <a:pt x="10934" y="7355"/>
                      <a:pt x="13271" y="6964"/>
                    </a:cubicBezTo>
                    <a:cubicBezTo>
                      <a:pt x="13271" y="4092"/>
                      <a:pt x="10514" y="1244"/>
                      <a:pt x="6768" y="524"/>
                    </a:cubicBez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398;p33">
                <a:extLst>
                  <a:ext uri="{FF2B5EF4-FFF2-40B4-BE49-F238E27FC236}">
                    <a16:creationId xmlns:a16="http://schemas.microsoft.com/office/drawing/2014/main" id="{0D81356B-7B50-89BE-44C6-453E49EDC622}"/>
                  </a:ext>
                </a:extLst>
              </p:cNvPr>
              <p:cNvSpPr/>
              <p:nvPr/>
            </p:nvSpPr>
            <p:spPr>
              <a:xfrm>
                <a:off x="1435753" y="1242075"/>
                <a:ext cx="1302054" cy="651197"/>
              </a:xfrm>
              <a:custGeom>
                <a:avLst/>
                <a:gdLst/>
                <a:ahLst/>
                <a:cxnLst/>
                <a:rect l="l" t="t" r="r" b="b"/>
                <a:pathLst>
                  <a:path w="16961" h="8483" extrusionOk="0">
                    <a:moveTo>
                      <a:pt x="16960" y="8483"/>
                    </a:moveTo>
                    <a:lnTo>
                      <a:pt x="16442" y="8414"/>
                    </a:lnTo>
                    <a:cubicBezTo>
                      <a:pt x="16442" y="5594"/>
                      <a:pt x="13501" y="2659"/>
                      <a:pt x="9496" y="1778"/>
                    </a:cubicBezTo>
                    <a:cubicBezTo>
                      <a:pt x="4961" y="788"/>
                      <a:pt x="818" y="2745"/>
                      <a:pt x="818" y="6267"/>
                    </a:cubicBezTo>
                    <a:lnTo>
                      <a:pt x="1" y="6152"/>
                    </a:lnTo>
                    <a:cubicBezTo>
                      <a:pt x="1" y="2187"/>
                      <a:pt x="4558" y="0"/>
                      <a:pt x="9496" y="1122"/>
                    </a:cubicBezTo>
                    <a:cubicBezTo>
                      <a:pt x="13818" y="2118"/>
                      <a:pt x="16960" y="5369"/>
                      <a:pt x="16960" y="848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99;p33">
                <a:extLst>
                  <a:ext uri="{FF2B5EF4-FFF2-40B4-BE49-F238E27FC236}">
                    <a16:creationId xmlns:a16="http://schemas.microsoft.com/office/drawing/2014/main" id="{408D9C8F-E717-133A-3D4A-3CA7DFB6AB5B}"/>
                  </a:ext>
                </a:extLst>
              </p:cNvPr>
              <p:cNvSpPr/>
              <p:nvPr/>
            </p:nvSpPr>
            <p:spPr>
              <a:xfrm>
                <a:off x="2731048" y="1636121"/>
                <a:ext cx="31014" cy="285412"/>
              </a:xfrm>
              <a:custGeom>
                <a:avLst/>
                <a:gdLst/>
                <a:ahLst/>
                <a:cxnLst/>
                <a:rect l="l" t="t" r="r" b="b"/>
                <a:pathLst>
                  <a:path w="404" h="3718" extrusionOk="0">
                    <a:moveTo>
                      <a:pt x="202" y="3701"/>
                    </a:moveTo>
                    <a:lnTo>
                      <a:pt x="202" y="3701"/>
                    </a:lnTo>
                    <a:cubicBezTo>
                      <a:pt x="99" y="3689"/>
                      <a:pt x="1" y="3580"/>
                      <a:pt x="1" y="3453"/>
                    </a:cubicBezTo>
                    <a:lnTo>
                      <a:pt x="1" y="208"/>
                    </a:lnTo>
                    <a:cubicBezTo>
                      <a:pt x="1" y="87"/>
                      <a:pt x="87" y="0"/>
                      <a:pt x="202" y="18"/>
                    </a:cubicBezTo>
                    <a:lnTo>
                      <a:pt x="202" y="18"/>
                    </a:lnTo>
                    <a:cubicBezTo>
                      <a:pt x="311" y="41"/>
                      <a:pt x="404" y="156"/>
                      <a:pt x="404" y="277"/>
                    </a:cubicBezTo>
                    <a:lnTo>
                      <a:pt x="404" y="3511"/>
                    </a:lnTo>
                    <a:cubicBezTo>
                      <a:pt x="404" y="3626"/>
                      <a:pt x="311" y="3718"/>
                      <a:pt x="202" y="37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400;p33">
                <a:extLst>
                  <a:ext uri="{FF2B5EF4-FFF2-40B4-BE49-F238E27FC236}">
                    <a16:creationId xmlns:a16="http://schemas.microsoft.com/office/drawing/2014/main" id="{10ABD930-0D6D-54D4-D4D7-21DD3C84DB86}"/>
                  </a:ext>
                </a:extLst>
              </p:cNvPr>
              <p:cNvSpPr/>
              <p:nvPr/>
            </p:nvSpPr>
            <p:spPr>
              <a:xfrm>
                <a:off x="2356884" y="2088971"/>
                <a:ext cx="391898" cy="288483"/>
              </a:xfrm>
              <a:custGeom>
                <a:avLst/>
                <a:gdLst/>
                <a:ahLst/>
                <a:cxnLst/>
                <a:rect l="l" t="t" r="r" b="b"/>
                <a:pathLst>
                  <a:path w="5105" h="3758" extrusionOk="0">
                    <a:moveTo>
                      <a:pt x="259" y="3758"/>
                    </a:moveTo>
                    <a:cubicBezTo>
                      <a:pt x="127" y="3752"/>
                      <a:pt x="12" y="3643"/>
                      <a:pt x="6" y="3499"/>
                    </a:cubicBezTo>
                    <a:cubicBezTo>
                      <a:pt x="0" y="3355"/>
                      <a:pt x="110" y="3234"/>
                      <a:pt x="242" y="3234"/>
                    </a:cubicBezTo>
                    <a:cubicBezTo>
                      <a:pt x="4155" y="3177"/>
                      <a:pt x="4633" y="328"/>
                      <a:pt x="4656" y="207"/>
                    </a:cubicBezTo>
                    <a:cubicBezTo>
                      <a:pt x="4673" y="75"/>
                      <a:pt x="4783" y="0"/>
                      <a:pt x="4903" y="29"/>
                    </a:cubicBezTo>
                    <a:cubicBezTo>
                      <a:pt x="5019" y="63"/>
                      <a:pt x="5105" y="190"/>
                      <a:pt x="5088" y="322"/>
                    </a:cubicBezTo>
                    <a:cubicBezTo>
                      <a:pt x="5076" y="357"/>
                      <a:pt x="4547" y="3660"/>
                      <a:pt x="271" y="3752"/>
                    </a:cubicBezTo>
                    <a:cubicBezTo>
                      <a:pt x="265" y="3758"/>
                      <a:pt x="265" y="3758"/>
                      <a:pt x="259" y="37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1;p33">
                <a:extLst>
                  <a:ext uri="{FF2B5EF4-FFF2-40B4-BE49-F238E27FC236}">
                    <a16:creationId xmlns:a16="http://schemas.microsoft.com/office/drawing/2014/main" id="{246578D9-871E-A57E-9C02-4590828C8302}"/>
                  </a:ext>
                </a:extLst>
              </p:cNvPr>
              <p:cNvSpPr/>
              <p:nvPr/>
            </p:nvSpPr>
            <p:spPr>
              <a:xfrm>
                <a:off x="2671016" y="1833566"/>
                <a:ext cx="141406" cy="306676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3995" extrusionOk="0">
                    <a:moveTo>
                      <a:pt x="1209" y="3972"/>
                    </a:moveTo>
                    <a:lnTo>
                      <a:pt x="345" y="3903"/>
                    </a:lnTo>
                    <a:cubicBezTo>
                      <a:pt x="161" y="3885"/>
                      <a:pt x="259" y="3822"/>
                      <a:pt x="259" y="3621"/>
                    </a:cubicBezTo>
                    <a:cubicBezTo>
                      <a:pt x="259" y="3621"/>
                      <a:pt x="691" y="1837"/>
                      <a:pt x="0" y="306"/>
                    </a:cubicBezTo>
                    <a:cubicBezTo>
                      <a:pt x="0" y="133"/>
                      <a:pt x="52" y="35"/>
                      <a:pt x="150" y="1"/>
                    </a:cubicBezTo>
                    <a:lnTo>
                      <a:pt x="1209" y="81"/>
                    </a:lnTo>
                    <a:cubicBezTo>
                      <a:pt x="1387" y="110"/>
                      <a:pt x="1491" y="294"/>
                      <a:pt x="1531" y="490"/>
                    </a:cubicBezTo>
                    <a:cubicBezTo>
                      <a:pt x="1813" y="1693"/>
                      <a:pt x="1842" y="2809"/>
                      <a:pt x="1531" y="3644"/>
                    </a:cubicBezTo>
                    <a:cubicBezTo>
                      <a:pt x="1462" y="3828"/>
                      <a:pt x="1387" y="3995"/>
                      <a:pt x="1209" y="397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02;p33">
                <a:extLst>
                  <a:ext uri="{FF2B5EF4-FFF2-40B4-BE49-F238E27FC236}">
                    <a16:creationId xmlns:a16="http://schemas.microsoft.com/office/drawing/2014/main" id="{8BF13EE4-9098-4A8B-821B-9F61B6EA2D34}"/>
                  </a:ext>
                </a:extLst>
              </p:cNvPr>
              <p:cNvSpPr/>
              <p:nvPr/>
            </p:nvSpPr>
            <p:spPr>
              <a:xfrm>
                <a:off x="2282650" y="2306759"/>
                <a:ext cx="140561" cy="98566"/>
              </a:xfrm>
              <a:custGeom>
                <a:avLst/>
                <a:gdLst/>
                <a:ahLst/>
                <a:cxnLst/>
                <a:rect l="l" t="t" r="r" b="b"/>
                <a:pathLst>
                  <a:path w="1831" h="1284" extrusionOk="0">
                    <a:moveTo>
                      <a:pt x="1" y="616"/>
                    </a:moveTo>
                    <a:lnTo>
                      <a:pt x="1" y="616"/>
                    </a:lnTo>
                    <a:cubicBezTo>
                      <a:pt x="1" y="271"/>
                      <a:pt x="277" y="0"/>
                      <a:pt x="605" y="23"/>
                    </a:cubicBezTo>
                    <a:lnTo>
                      <a:pt x="1249" y="52"/>
                    </a:lnTo>
                    <a:cubicBezTo>
                      <a:pt x="1572" y="69"/>
                      <a:pt x="1831" y="345"/>
                      <a:pt x="1831" y="685"/>
                    </a:cubicBezTo>
                    <a:lnTo>
                      <a:pt x="1831" y="685"/>
                    </a:lnTo>
                    <a:cubicBezTo>
                      <a:pt x="1831" y="1019"/>
                      <a:pt x="1572" y="1283"/>
                      <a:pt x="1249" y="1278"/>
                    </a:cubicBezTo>
                    <a:lnTo>
                      <a:pt x="605" y="1260"/>
                    </a:lnTo>
                    <a:cubicBezTo>
                      <a:pt x="271" y="1249"/>
                      <a:pt x="1" y="961"/>
                      <a:pt x="1" y="6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03;p33">
                <a:extLst>
                  <a:ext uri="{FF2B5EF4-FFF2-40B4-BE49-F238E27FC236}">
                    <a16:creationId xmlns:a16="http://schemas.microsoft.com/office/drawing/2014/main" id="{60E3946E-A85C-778D-86CB-ACDD0754C5CA}"/>
                  </a:ext>
                </a:extLst>
              </p:cNvPr>
              <p:cNvSpPr/>
              <p:nvPr/>
            </p:nvSpPr>
            <p:spPr>
              <a:xfrm>
                <a:off x="1327972" y="1655083"/>
                <a:ext cx="269147" cy="433953"/>
              </a:xfrm>
              <a:custGeom>
                <a:avLst/>
                <a:gdLst/>
                <a:ahLst/>
                <a:cxnLst/>
                <a:rect l="l" t="t" r="r" b="b"/>
                <a:pathLst>
                  <a:path w="3506" h="5653" extrusionOk="0">
                    <a:moveTo>
                      <a:pt x="3355" y="3080"/>
                    </a:moveTo>
                    <a:cubicBezTo>
                      <a:pt x="3212" y="4570"/>
                      <a:pt x="2492" y="5652"/>
                      <a:pt x="1733" y="5635"/>
                    </a:cubicBezTo>
                    <a:cubicBezTo>
                      <a:pt x="1232" y="5629"/>
                      <a:pt x="426" y="5635"/>
                      <a:pt x="426" y="5635"/>
                    </a:cubicBezTo>
                    <a:cubicBezTo>
                      <a:pt x="0" y="5169"/>
                      <a:pt x="541" y="3903"/>
                      <a:pt x="651" y="2815"/>
                    </a:cubicBezTo>
                    <a:cubicBezTo>
                      <a:pt x="754" y="1739"/>
                      <a:pt x="162" y="335"/>
                      <a:pt x="979" y="1"/>
                    </a:cubicBezTo>
                    <a:cubicBezTo>
                      <a:pt x="979" y="1"/>
                      <a:pt x="1876" y="139"/>
                      <a:pt x="2268" y="260"/>
                    </a:cubicBezTo>
                    <a:cubicBezTo>
                      <a:pt x="2987" y="473"/>
                      <a:pt x="3505" y="1595"/>
                      <a:pt x="3355" y="308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04;p33">
                <a:extLst>
                  <a:ext uri="{FF2B5EF4-FFF2-40B4-BE49-F238E27FC236}">
                    <a16:creationId xmlns:a16="http://schemas.microsoft.com/office/drawing/2014/main" id="{13981DBA-73C6-990A-7F31-0DE0F91212C4}"/>
                  </a:ext>
                </a:extLst>
              </p:cNvPr>
              <p:cNvSpPr/>
              <p:nvPr/>
            </p:nvSpPr>
            <p:spPr>
              <a:xfrm>
                <a:off x="1266558" y="1649786"/>
                <a:ext cx="231147" cy="443625"/>
              </a:xfrm>
              <a:custGeom>
                <a:avLst/>
                <a:gdLst/>
                <a:ahLst/>
                <a:cxnLst/>
                <a:rect l="l" t="t" r="r" b="b"/>
                <a:pathLst>
                  <a:path w="3011" h="5779" extrusionOk="0">
                    <a:moveTo>
                      <a:pt x="2861" y="3022"/>
                    </a:moveTo>
                    <a:cubicBezTo>
                      <a:pt x="2705" y="4576"/>
                      <a:pt x="1974" y="5779"/>
                      <a:pt x="1232" y="5704"/>
                    </a:cubicBezTo>
                    <a:cubicBezTo>
                      <a:pt x="484" y="5635"/>
                      <a:pt x="0" y="4311"/>
                      <a:pt x="162" y="2757"/>
                    </a:cubicBezTo>
                    <a:cubicBezTo>
                      <a:pt x="311" y="1204"/>
                      <a:pt x="1048" y="1"/>
                      <a:pt x="1784" y="70"/>
                    </a:cubicBezTo>
                    <a:cubicBezTo>
                      <a:pt x="2527" y="145"/>
                      <a:pt x="3010" y="1462"/>
                      <a:pt x="2861" y="30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05;p33">
                <a:extLst>
                  <a:ext uri="{FF2B5EF4-FFF2-40B4-BE49-F238E27FC236}">
                    <a16:creationId xmlns:a16="http://schemas.microsoft.com/office/drawing/2014/main" id="{28A36DB6-48CA-DB84-6474-56DEAAA65E53}"/>
                  </a:ext>
                </a:extLst>
              </p:cNvPr>
              <p:cNvSpPr/>
              <p:nvPr/>
            </p:nvSpPr>
            <p:spPr>
              <a:xfrm>
                <a:off x="936535" y="2478564"/>
                <a:ext cx="957444" cy="1122611"/>
              </a:xfrm>
              <a:custGeom>
                <a:avLst/>
                <a:gdLst/>
                <a:ahLst/>
                <a:cxnLst/>
                <a:rect l="l" t="t" r="r" b="b"/>
                <a:pathLst>
                  <a:path w="12472" h="14624" extrusionOk="0">
                    <a:moveTo>
                      <a:pt x="7908" y="47"/>
                    </a:moveTo>
                    <a:cubicBezTo>
                      <a:pt x="6774" y="1"/>
                      <a:pt x="5698" y="565"/>
                      <a:pt x="5042" y="1520"/>
                    </a:cubicBezTo>
                    <a:cubicBezTo>
                      <a:pt x="3321" y="4052"/>
                      <a:pt x="1" y="9404"/>
                      <a:pt x="990" y="11643"/>
                    </a:cubicBezTo>
                    <a:cubicBezTo>
                      <a:pt x="2314" y="14624"/>
                      <a:pt x="12471" y="3333"/>
                      <a:pt x="11211" y="1405"/>
                    </a:cubicBezTo>
                    <a:cubicBezTo>
                      <a:pt x="10543" y="381"/>
                      <a:pt x="9105" y="93"/>
                      <a:pt x="7908" y="4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406;p33">
                <a:extLst>
                  <a:ext uri="{FF2B5EF4-FFF2-40B4-BE49-F238E27FC236}">
                    <a16:creationId xmlns:a16="http://schemas.microsoft.com/office/drawing/2014/main" id="{C7D3C02B-B7B1-0003-8576-4EBA9D38CB2D}"/>
                  </a:ext>
                </a:extLst>
              </p:cNvPr>
              <p:cNvSpPr/>
              <p:nvPr/>
            </p:nvSpPr>
            <p:spPr>
              <a:xfrm>
                <a:off x="2974297" y="4595200"/>
                <a:ext cx="715241" cy="165725"/>
              </a:xfrm>
              <a:custGeom>
                <a:avLst/>
                <a:gdLst/>
                <a:ahLst/>
                <a:cxnLst/>
                <a:rect l="l" t="t" r="r" b="b"/>
                <a:pathLst>
                  <a:path w="18704" h="2159" extrusionOk="0">
                    <a:moveTo>
                      <a:pt x="18704" y="1082"/>
                    </a:moveTo>
                    <a:cubicBezTo>
                      <a:pt x="18704" y="1675"/>
                      <a:pt x="14520" y="2158"/>
                      <a:pt x="9352" y="2158"/>
                    </a:cubicBezTo>
                    <a:cubicBezTo>
                      <a:pt x="4190" y="2158"/>
                      <a:pt x="1" y="1675"/>
                      <a:pt x="1" y="1082"/>
                    </a:cubicBezTo>
                    <a:cubicBezTo>
                      <a:pt x="1" y="484"/>
                      <a:pt x="4190" y="0"/>
                      <a:pt x="9352" y="0"/>
                    </a:cubicBezTo>
                    <a:cubicBezTo>
                      <a:pt x="14520" y="0"/>
                      <a:pt x="18704" y="484"/>
                      <a:pt x="18704" y="1082"/>
                    </a:cubicBezTo>
                    <a:close/>
                  </a:path>
                </a:pathLst>
              </a:custGeom>
              <a:solidFill>
                <a:srgbClr val="134F5C">
                  <a:alpha val="327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407;p33">
                <a:extLst>
                  <a:ext uri="{FF2B5EF4-FFF2-40B4-BE49-F238E27FC236}">
                    <a16:creationId xmlns:a16="http://schemas.microsoft.com/office/drawing/2014/main" id="{586AF203-1D07-7585-71BF-47CD3696CD39}"/>
                  </a:ext>
                </a:extLst>
              </p:cNvPr>
              <p:cNvSpPr/>
              <p:nvPr/>
            </p:nvSpPr>
            <p:spPr>
              <a:xfrm>
                <a:off x="3386257" y="3189429"/>
                <a:ext cx="41992" cy="47364"/>
              </a:xfrm>
              <a:custGeom>
                <a:avLst/>
                <a:gdLst/>
                <a:ahLst/>
                <a:cxnLst/>
                <a:rect l="l" t="t" r="r" b="b"/>
                <a:pathLst>
                  <a:path w="547" h="617" extrusionOk="0">
                    <a:moveTo>
                      <a:pt x="0" y="311"/>
                    </a:moveTo>
                    <a:cubicBezTo>
                      <a:pt x="0" y="484"/>
                      <a:pt x="121" y="616"/>
                      <a:pt x="271" y="616"/>
                    </a:cubicBezTo>
                    <a:cubicBezTo>
                      <a:pt x="426" y="616"/>
                      <a:pt x="547" y="484"/>
                      <a:pt x="547" y="311"/>
                    </a:cubicBezTo>
                    <a:cubicBezTo>
                      <a:pt x="547" y="138"/>
                      <a:pt x="426" y="0"/>
                      <a:pt x="271" y="0"/>
                    </a:cubicBezTo>
                    <a:cubicBezTo>
                      <a:pt x="121" y="0"/>
                      <a:pt x="0" y="138"/>
                      <a:pt x="0" y="311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08;p33">
                <a:extLst>
                  <a:ext uri="{FF2B5EF4-FFF2-40B4-BE49-F238E27FC236}">
                    <a16:creationId xmlns:a16="http://schemas.microsoft.com/office/drawing/2014/main" id="{2C064160-0A8C-CECD-913D-D510760D8F83}"/>
                  </a:ext>
                </a:extLst>
              </p:cNvPr>
              <p:cNvSpPr/>
              <p:nvPr/>
            </p:nvSpPr>
            <p:spPr>
              <a:xfrm>
                <a:off x="3298282" y="3187203"/>
                <a:ext cx="108780" cy="291170"/>
              </a:xfrm>
              <a:custGeom>
                <a:avLst/>
                <a:gdLst/>
                <a:ahLst/>
                <a:cxnLst/>
                <a:rect l="l" t="t" r="r" b="b"/>
                <a:pathLst>
                  <a:path w="1417" h="3793" extrusionOk="0">
                    <a:moveTo>
                      <a:pt x="1" y="1951"/>
                    </a:moveTo>
                    <a:cubicBezTo>
                      <a:pt x="1" y="1951"/>
                      <a:pt x="122" y="3684"/>
                      <a:pt x="496" y="3718"/>
                    </a:cubicBezTo>
                    <a:cubicBezTo>
                      <a:pt x="1215" y="3793"/>
                      <a:pt x="1417" y="1951"/>
                      <a:pt x="1417" y="1951"/>
                    </a:cubicBezTo>
                    <a:lnTo>
                      <a:pt x="1417" y="1"/>
                    </a:lnTo>
                    <a:lnTo>
                      <a:pt x="1" y="1"/>
                    </a:lnTo>
                    <a:lnTo>
                      <a:pt x="1" y="1951"/>
                    </a:ln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09;p33">
                <a:extLst>
                  <a:ext uri="{FF2B5EF4-FFF2-40B4-BE49-F238E27FC236}">
                    <a16:creationId xmlns:a16="http://schemas.microsoft.com/office/drawing/2014/main" id="{C703E773-26E9-FDBF-E487-D9FA840CC87B}"/>
                  </a:ext>
                </a:extLst>
              </p:cNvPr>
              <p:cNvSpPr/>
              <p:nvPr/>
            </p:nvSpPr>
            <p:spPr>
              <a:xfrm>
                <a:off x="3298282" y="3185897"/>
                <a:ext cx="109701" cy="129963"/>
              </a:xfrm>
              <a:custGeom>
                <a:avLst/>
                <a:gdLst/>
                <a:ahLst/>
                <a:cxnLst/>
                <a:rect l="l" t="t" r="r" b="b"/>
                <a:pathLst>
                  <a:path w="1429" h="1693" extrusionOk="0">
                    <a:moveTo>
                      <a:pt x="398" y="1692"/>
                    </a:moveTo>
                    <a:lnTo>
                      <a:pt x="398" y="1692"/>
                    </a:lnTo>
                    <a:cubicBezTo>
                      <a:pt x="254" y="1692"/>
                      <a:pt x="122" y="1663"/>
                      <a:pt x="1" y="1606"/>
                    </a:cubicBezTo>
                    <a:lnTo>
                      <a:pt x="1" y="0"/>
                    </a:lnTo>
                    <a:lnTo>
                      <a:pt x="1417" y="0"/>
                    </a:lnTo>
                    <a:lnTo>
                      <a:pt x="1417" y="645"/>
                    </a:lnTo>
                    <a:cubicBezTo>
                      <a:pt x="1428" y="1226"/>
                      <a:pt x="956" y="1692"/>
                      <a:pt x="398" y="1692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10;p33">
                <a:extLst>
                  <a:ext uri="{FF2B5EF4-FFF2-40B4-BE49-F238E27FC236}">
                    <a16:creationId xmlns:a16="http://schemas.microsoft.com/office/drawing/2014/main" id="{164EE80A-8D18-8701-5788-05B5839783A8}"/>
                  </a:ext>
                </a:extLst>
              </p:cNvPr>
              <p:cNvSpPr/>
              <p:nvPr/>
            </p:nvSpPr>
            <p:spPr>
              <a:xfrm>
                <a:off x="3254140" y="3084258"/>
                <a:ext cx="153842" cy="216554"/>
              </a:xfrm>
              <a:custGeom>
                <a:avLst/>
                <a:gdLst/>
                <a:ahLst/>
                <a:cxnLst/>
                <a:rect l="l" t="t" r="r" b="b"/>
                <a:pathLst>
                  <a:path w="2004" h="2821" extrusionOk="0">
                    <a:moveTo>
                      <a:pt x="973" y="2821"/>
                    </a:moveTo>
                    <a:lnTo>
                      <a:pt x="973" y="2821"/>
                    </a:lnTo>
                    <a:cubicBezTo>
                      <a:pt x="1531" y="2821"/>
                      <a:pt x="2003" y="2349"/>
                      <a:pt x="2003" y="1779"/>
                    </a:cubicBezTo>
                    <a:lnTo>
                      <a:pt x="2003" y="944"/>
                    </a:lnTo>
                    <a:cubicBezTo>
                      <a:pt x="2003" y="403"/>
                      <a:pt x="1560" y="1"/>
                      <a:pt x="1031" y="29"/>
                    </a:cubicBezTo>
                    <a:lnTo>
                      <a:pt x="1031" y="29"/>
                    </a:lnTo>
                    <a:cubicBezTo>
                      <a:pt x="513" y="58"/>
                      <a:pt x="81" y="490"/>
                      <a:pt x="58" y="1008"/>
                    </a:cubicBezTo>
                    <a:lnTo>
                      <a:pt x="23" y="1813"/>
                    </a:lnTo>
                    <a:cubicBezTo>
                      <a:pt x="0" y="2372"/>
                      <a:pt x="421" y="2821"/>
                      <a:pt x="973" y="2821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411;p33">
                <a:extLst>
                  <a:ext uri="{FF2B5EF4-FFF2-40B4-BE49-F238E27FC236}">
                    <a16:creationId xmlns:a16="http://schemas.microsoft.com/office/drawing/2014/main" id="{FEE2CE9D-E99B-6559-B4A1-73BC84703456}"/>
                  </a:ext>
                </a:extLst>
              </p:cNvPr>
              <p:cNvSpPr/>
              <p:nvPr/>
            </p:nvSpPr>
            <p:spPr>
              <a:xfrm>
                <a:off x="3247538" y="3022844"/>
                <a:ext cx="193531" cy="195367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2545" extrusionOk="0">
                    <a:moveTo>
                      <a:pt x="1473" y="1405"/>
                    </a:moveTo>
                    <a:cubicBezTo>
                      <a:pt x="1560" y="1319"/>
                      <a:pt x="1801" y="1911"/>
                      <a:pt x="1893" y="2055"/>
                    </a:cubicBezTo>
                    <a:cubicBezTo>
                      <a:pt x="1986" y="2199"/>
                      <a:pt x="1957" y="2544"/>
                      <a:pt x="1957" y="2544"/>
                    </a:cubicBezTo>
                    <a:lnTo>
                      <a:pt x="2089" y="2544"/>
                    </a:lnTo>
                    <a:lnTo>
                      <a:pt x="2089" y="2170"/>
                    </a:lnTo>
                    <a:cubicBezTo>
                      <a:pt x="2089" y="2170"/>
                      <a:pt x="2181" y="2147"/>
                      <a:pt x="2250" y="2228"/>
                    </a:cubicBezTo>
                    <a:cubicBezTo>
                      <a:pt x="2250" y="2228"/>
                      <a:pt x="2521" y="1652"/>
                      <a:pt x="2452" y="1336"/>
                    </a:cubicBezTo>
                    <a:cubicBezTo>
                      <a:pt x="2377" y="904"/>
                      <a:pt x="2262" y="893"/>
                      <a:pt x="2106" y="617"/>
                    </a:cubicBezTo>
                    <a:cubicBezTo>
                      <a:pt x="1784" y="24"/>
                      <a:pt x="6" y="1"/>
                      <a:pt x="6" y="1687"/>
                    </a:cubicBezTo>
                    <a:cubicBezTo>
                      <a:pt x="0" y="1693"/>
                      <a:pt x="1042" y="1854"/>
                      <a:pt x="1473" y="140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412;p33">
                <a:extLst>
                  <a:ext uri="{FF2B5EF4-FFF2-40B4-BE49-F238E27FC236}">
                    <a16:creationId xmlns:a16="http://schemas.microsoft.com/office/drawing/2014/main" id="{A06F228F-2E21-D8AD-4788-3242DF2DFA7D}"/>
                  </a:ext>
                </a:extLst>
              </p:cNvPr>
              <p:cNvSpPr/>
              <p:nvPr/>
            </p:nvSpPr>
            <p:spPr>
              <a:xfrm>
                <a:off x="2855641" y="3298515"/>
                <a:ext cx="353054" cy="306216"/>
              </a:xfrm>
              <a:custGeom>
                <a:avLst/>
                <a:gdLst/>
                <a:ahLst/>
                <a:cxnLst/>
                <a:rect l="l" t="t" r="r" b="b"/>
                <a:pathLst>
                  <a:path w="4599" h="3989" extrusionOk="0">
                    <a:moveTo>
                      <a:pt x="449" y="329"/>
                    </a:moveTo>
                    <a:cubicBezTo>
                      <a:pt x="996" y="709"/>
                      <a:pt x="1399" y="588"/>
                      <a:pt x="1399" y="588"/>
                    </a:cubicBezTo>
                    <a:cubicBezTo>
                      <a:pt x="1399" y="588"/>
                      <a:pt x="1341" y="444"/>
                      <a:pt x="1313" y="231"/>
                    </a:cubicBezTo>
                    <a:cubicBezTo>
                      <a:pt x="1284" y="1"/>
                      <a:pt x="1577" y="133"/>
                      <a:pt x="1641" y="519"/>
                    </a:cubicBezTo>
                    <a:cubicBezTo>
                      <a:pt x="1681" y="789"/>
                      <a:pt x="2492" y="2360"/>
                      <a:pt x="3125" y="2763"/>
                    </a:cubicBezTo>
                    <a:lnTo>
                      <a:pt x="3586" y="2130"/>
                    </a:lnTo>
                    <a:lnTo>
                      <a:pt x="4599" y="2636"/>
                    </a:lnTo>
                    <a:cubicBezTo>
                      <a:pt x="4599" y="2636"/>
                      <a:pt x="3730" y="3989"/>
                      <a:pt x="3223" y="3960"/>
                    </a:cubicBezTo>
                    <a:cubicBezTo>
                      <a:pt x="2458" y="3914"/>
                      <a:pt x="1324" y="1439"/>
                      <a:pt x="1324" y="1439"/>
                    </a:cubicBezTo>
                    <a:cubicBezTo>
                      <a:pt x="939" y="916"/>
                      <a:pt x="214" y="916"/>
                      <a:pt x="104" y="801"/>
                    </a:cubicBezTo>
                    <a:cubicBezTo>
                      <a:pt x="1" y="674"/>
                      <a:pt x="208" y="156"/>
                      <a:pt x="449" y="329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413;p33">
                <a:extLst>
                  <a:ext uri="{FF2B5EF4-FFF2-40B4-BE49-F238E27FC236}">
                    <a16:creationId xmlns:a16="http://schemas.microsoft.com/office/drawing/2014/main" id="{DB13568E-D60F-C406-9CD8-7B3C39910A1E}"/>
                  </a:ext>
                </a:extLst>
              </p:cNvPr>
              <p:cNvSpPr/>
              <p:nvPr/>
            </p:nvSpPr>
            <p:spPr>
              <a:xfrm>
                <a:off x="3091087" y="3331678"/>
                <a:ext cx="532459" cy="433876"/>
              </a:xfrm>
              <a:custGeom>
                <a:avLst/>
                <a:gdLst/>
                <a:ahLst/>
                <a:cxnLst/>
                <a:rect l="l" t="t" r="r" b="b"/>
                <a:pathLst>
                  <a:path w="6936" h="5652" extrusionOk="0">
                    <a:moveTo>
                      <a:pt x="6935" y="2492"/>
                    </a:moveTo>
                    <a:lnTo>
                      <a:pt x="5756" y="472"/>
                    </a:lnTo>
                    <a:cubicBezTo>
                      <a:pt x="5727" y="415"/>
                      <a:pt x="5687" y="357"/>
                      <a:pt x="5641" y="305"/>
                    </a:cubicBezTo>
                    <a:cubicBezTo>
                      <a:pt x="5635" y="300"/>
                      <a:pt x="5629" y="288"/>
                      <a:pt x="5629" y="282"/>
                    </a:cubicBezTo>
                    <a:lnTo>
                      <a:pt x="5595" y="248"/>
                    </a:lnTo>
                    <a:lnTo>
                      <a:pt x="5554" y="213"/>
                    </a:lnTo>
                    <a:lnTo>
                      <a:pt x="5543" y="196"/>
                    </a:lnTo>
                    <a:cubicBezTo>
                      <a:pt x="5428" y="104"/>
                      <a:pt x="5249" y="0"/>
                      <a:pt x="4996" y="0"/>
                    </a:cubicBezTo>
                    <a:lnTo>
                      <a:pt x="4087" y="0"/>
                    </a:lnTo>
                    <a:cubicBezTo>
                      <a:pt x="4087" y="0"/>
                      <a:pt x="3972" y="950"/>
                      <a:pt x="3091" y="731"/>
                    </a:cubicBezTo>
                    <a:cubicBezTo>
                      <a:pt x="2671" y="622"/>
                      <a:pt x="2706" y="0"/>
                      <a:pt x="2706" y="0"/>
                    </a:cubicBezTo>
                    <a:lnTo>
                      <a:pt x="2096" y="0"/>
                    </a:lnTo>
                    <a:cubicBezTo>
                      <a:pt x="1796" y="0"/>
                      <a:pt x="1526" y="161"/>
                      <a:pt x="1371" y="392"/>
                    </a:cubicBezTo>
                    <a:lnTo>
                      <a:pt x="53" y="1899"/>
                    </a:lnTo>
                    <a:cubicBezTo>
                      <a:pt x="1" y="2009"/>
                      <a:pt x="904" y="3189"/>
                      <a:pt x="1140" y="2930"/>
                    </a:cubicBezTo>
                    <a:lnTo>
                      <a:pt x="1227" y="2814"/>
                    </a:lnTo>
                    <a:lnTo>
                      <a:pt x="1227" y="5652"/>
                    </a:lnTo>
                    <a:lnTo>
                      <a:pt x="5859" y="5652"/>
                    </a:lnTo>
                    <a:lnTo>
                      <a:pt x="5859" y="3096"/>
                    </a:lnTo>
                    <a:lnTo>
                      <a:pt x="5859" y="3327"/>
                    </a:lnTo>
                    <a:cubicBezTo>
                      <a:pt x="6182" y="3235"/>
                      <a:pt x="6792" y="2907"/>
                      <a:pt x="6935" y="249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414;p33">
                <a:extLst>
                  <a:ext uri="{FF2B5EF4-FFF2-40B4-BE49-F238E27FC236}">
                    <a16:creationId xmlns:a16="http://schemas.microsoft.com/office/drawing/2014/main" id="{4856C3ED-60F1-8FA9-B203-650DF30355D7}"/>
                  </a:ext>
                </a:extLst>
              </p:cNvPr>
              <p:cNvSpPr/>
              <p:nvPr/>
            </p:nvSpPr>
            <p:spPr>
              <a:xfrm>
                <a:off x="3170618" y="3763724"/>
                <a:ext cx="221014" cy="831518"/>
              </a:xfrm>
              <a:custGeom>
                <a:avLst/>
                <a:gdLst/>
                <a:ahLst/>
                <a:cxnLst/>
                <a:rect l="l" t="t" r="r" b="b"/>
                <a:pathLst>
                  <a:path w="2879" h="10832" extrusionOk="0">
                    <a:moveTo>
                      <a:pt x="1" y="10831"/>
                    </a:moveTo>
                    <a:lnTo>
                      <a:pt x="1324" y="10831"/>
                    </a:lnTo>
                    <a:lnTo>
                      <a:pt x="2878" y="1"/>
                    </a:lnTo>
                    <a:lnTo>
                      <a:pt x="24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415;p33">
                <a:extLst>
                  <a:ext uri="{FF2B5EF4-FFF2-40B4-BE49-F238E27FC236}">
                    <a16:creationId xmlns:a16="http://schemas.microsoft.com/office/drawing/2014/main" id="{617BFB2B-440F-CE64-7D61-C0848CB195C5}"/>
                  </a:ext>
                </a:extLst>
              </p:cNvPr>
              <p:cNvSpPr/>
              <p:nvPr/>
            </p:nvSpPr>
            <p:spPr>
              <a:xfrm>
                <a:off x="3236484" y="3763724"/>
                <a:ext cx="155147" cy="831518"/>
              </a:xfrm>
              <a:custGeom>
                <a:avLst/>
                <a:gdLst/>
                <a:ahLst/>
                <a:cxnLst/>
                <a:rect l="l" t="t" r="r" b="b"/>
                <a:pathLst>
                  <a:path w="2021" h="10832" extrusionOk="0">
                    <a:moveTo>
                      <a:pt x="1554" y="1"/>
                    </a:moveTo>
                    <a:lnTo>
                      <a:pt x="0" y="10831"/>
                    </a:lnTo>
                    <a:lnTo>
                      <a:pt x="466" y="10831"/>
                    </a:lnTo>
                    <a:lnTo>
                      <a:pt x="2020" y="1"/>
                    </a:ln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416;p33">
                <a:extLst>
                  <a:ext uri="{FF2B5EF4-FFF2-40B4-BE49-F238E27FC236}">
                    <a16:creationId xmlns:a16="http://schemas.microsoft.com/office/drawing/2014/main" id="{1C7DE6EE-8B74-13BB-75B8-19F09CA916CD}"/>
                  </a:ext>
                </a:extLst>
              </p:cNvPr>
              <p:cNvSpPr/>
              <p:nvPr/>
            </p:nvSpPr>
            <p:spPr>
              <a:xfrm>
                <a:off x="3316015" y="3763724"/>
                <a:ext cx="222703" cy="831518"/>
              </a:xfrm>
              <a:custGeom>
                <a:avLst/>
                <a:gdLst/>
                <a:ahLst/>
                <a:cxnLst/>
                <a:rect l="l" t="t" r="r" b="b"/>
                <a:pathLst>
                  <a:path w="2901" h="10832" extrusionOk="0">
                    <a:moveTo>
                      <a:pt x="1600" y="10831"/>
                    </a:moveTo>
                    <a:lnTo>
                      <a:pt x="2901" y="10831"/>
                    </a:lnTo>
                    <a:lnTo>
                      <a:pt x="2849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417;p33">
                <a:extLst>
                  <a:ext uri="{FF2B5EF4-FFF2-40B4-BE49-F238E27FC236}">
                    <a16:creationId xmlns:a16="http://schemas.microsoft.com/office/drawing/2014/main" id="{FEEFC00E-4185-5EE9-CC4F-A201380B0E49}"/>
                  </a:ext>
                </a:extLst>
              </p:cNvPr>
              <p:cNvSpPr/>
              <p:nvPr/>
            </p:nvSpPr>
            <p:spPr>
              <a:xfrm>
                <a:off x="3427328" y="3763724"/>
                <a:ext cx="111390" cy="831518"/>
              </a:xfrm>
              <a:custGeom>
                <a:avLst/>
                <a:gdLst/>
                <a:ahLst/>
                <a:cxnLst/>
                <a:rect l="l" t="t" r="r" b="b"/>
                <a:pathLst>
                  <a:path w="1451" h="10832" extrusionOk="0">
                    <a:moveTo>
                      <a:pt x="0" y="1"/>
                    </a:moveTo>
                    <a:cubicBezTo>
                      <a:pt x="0" y="1100"/>
                      <a:pt x="829" y="1129"/>
                      <a:pt x="818" y="2210"/>
                    </a:cubicBezTo>
                    <a:cubicBezTo>
                      <a:pt x="766" y="5531"/>
                      <a:pt x="818" y="10831"/>
                      <a:pt x="818" y="10831"/>
                    </a:cubicBezTo>
                    <a:lnTo>
                      <a:pt x="1451" y="10831"/>
                    </a:lnTo>
                    <a:lnTo>
                      <a:pt x="1399" y="1"/>
                    </a:ln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418;p33">
                <a:extLst>
                  <a:ext uri="{FF2B5EF4-FFF2-40B4-BE49-F238E27FC236}">
                    <a16:creationId xmlns:a16="http://schemas.microsoft.com/office/drawing/2014/main" id="{D433D849-F978-0748-1466-6C41FD21EFA6}"/>
                  </a:ext>
                </a:extLst>
              </p:cNvPr>
              <p:cNvSpPr/>
              <p:nvPr/>
            </p:nvSpPr>
            <p:spPr>
              <a:xfrm>
                <a:off x="3185203" y="3415201"/>
                <a:ext cx="51357" cy="255858"/>
              </a:xfrm>
              <a:custGeom>
                <a:avLst/>
                <a:gdLst/>
                <a:ahLst/>
                <a:cxnLst/>
                <a:rect l="l" t="t" r="r" b="b"/>
                <a:pathLst>
                  <a:path w="669" h="3333" extrusionOk="0">
                    <a:moveTo>
                      <a:pt x="668" y="0"/>
                    </a:moveTo>
                    <a:lnTo>
                      <a:pt x="668" y="0"/>
                    </a:lnTo>
                    <a:cubicBezTo>
                      <a:pt x="404" y="46"/>
                      <a:pt x="317" y="512"/>
                      <a:pt x="1" y="806"/>
                    </a:cubicBezTo>
                    <a:lnTo>
                      <a:pt x="1" y="3332"/>
                    </a:lnTo>
                    <a:cubicBezTo>
                      <a:pt x="58" y="3102"/>
                      <a:pt x="317" y="1514"/>
                      <a:pt x="668" y="0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419;p33">
                <a:extLst>
                  <a:ext uri="{FF2B5EF4-FFF2-40B4-BE49-F238E27FC236}">
                    <a16:creationId xmlns:a16="http://schemas.microsoft.com/office/drawing/2014/main" id="{65BF41D3-9301-4067-9CDE-66B1F1CB4C7B}"/>
                  </a:ext>
                </a:extLst>
              </p:cNvPr>
              <p:cNvSpPr/>
              <p:nvPr/>
            </p:nvSpPr>
            <p:spPr>
              <a:xfrm>
                <a:off x="3450742" y="4594729"/>
                <a:ext cx="213414" cy="86207"/>
              </a:xfrm>
              <a:custGeom>
                <a:avLst/>
                <a:gdLst/>
                <a:ahLst/>
                <a:cxnLst/>
                <a:rect l="l" t="t" r="r" b="b"/>
                <a:pathLst>
                  <a:path w="2780" h="1123" extrusionOk="0">
                    <a:moveTo>
                      <a:pt x="0" y="6"/>
                    </a:moveTo>
                    <a:lnTo>
                      <a:pt x="0" y="1123"/>
                    </a:lnTo>
                    <a:lnTo>
                      <a:pt x="2671" y="1123"/>
                    </a:lnTo>
                    <a:cubicBezTo>
                      <a:pt x="2671" y="1123"/>
                      <a:pt x="2780" y="564"/>
                      <a:pt x="1802" y="518"/>
                    </a:cubicBezTo>
                    <a:cubicBezTo>
                      <a:pt x="1088" y="490"/>
                      <a:pt x="1007" y="0"/>
                      <a:pt x="100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420;p33">
                <a:extLst>
                  <a:ext uri="{FF2B5EF4-FFF2-40B4-BE49-F238E27FC236}">
                    <a16:creationId xmlns:a16="http://schemas.microsoft.com/office/drawing/2014/main" id="{1D37361B-BCEA-492F-3DA5-5B2BA985B81C}"/>
                  </a:ext>
                </a:extLst>
              </p:cNvPr>
              <p:cNvSpPr/>
              <p:nvPr/>
            </p:nvSpPr>
            <p:spPr>
              <a:xfrm>
                <a:off x="3170618" y="4595190"/>
                <a:ext cx="87592" cy="86207"/>
              </a:xfrm>
              <a:custGeom>
                <a:avLst/>
                <a:gdLst/>
                <a:ahLst/>
                <a:cxnLst/>
                <a:rect l="l" t="t" r="r" b="b"/>
                <a:pathLst>
                  <a:path w="1141" h="1123" extrusionOk="0">
                    <a:moveTo>
                      <a:pt x="1" y="1122"/>
                    </a:moveTo>
                    <a:lnTo>
                      <a:pt x="1140" y="1122"/>
                    </a:lnTo>
                    <a:lnTo>
                      <a:pt x="1140" y="0"/>
                    </a:lnTo>
                    <a:lnTo>
                      <a:pt x="32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421;p33">
                <a:extLst>
                  <a:ext uri="{FF2B5EF4-FFF2-40B4-BE49-F238E27FC236}">
                    <a16:creationId xmlns:a16="http://schemas.microsoft.com/office/drawing/2014/main" id="{8A4D94A4-DFFC-4A6E-2560-15384186A9BF}"/>
                  </a:ext>
                </a:extLst>
              </p:cNvPr>
              <p:cNvSpPr/>
              <p:nvPr/>
            </p:nvSpPr>
            <p:spPr>
              <a:xfrm>
                <a:off x="3132234" y="4622979"/>
                <a:ext cx="113155" cy="58418"/>
              </a:xfrm>
              <a:custGeom>
                <a:avLst/>
                <a:gdLst/>
                <a:ahLst/>
                <a:cxnLst/>
                <a:rect l="l" t="t" r="r" b="b"/>
                <a:pathLst>
                  <a:path w="1474" h="761" extrusionOk="0">
                    <a:moveTo>
                      <a:pt x="0" y="760"/>
                    </a:moveTo>
                    <a:lnTo>
                      <a:pt x="1473" y="760"/>
                    </a:lnTo>
                    <a:lnTo>
                      <a:pt x="1473" y="398"/>
                    </a:lnTo>
                    <a:cubicBezTo>
                      <a:pt x="1473" y="173"/>
                      <a:pt x="1295" y="1"/>
                      <a:pt x="1076" y="1"/>
                    </a:cubicBezTo>
                    <a:lnTo>
                      <a:pt x="397" y="1"/>
                    </a:lnTo>
                    <a:cubicBezTo>
                      <a:pt x="173" y="1"/>
                      <a:pt x="0" y="179"/>
                      <a:pt x="0" y="39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422;p33">
                <a:extLst>
                  <a:ext uri="{FF2B5EF4-FFF2-40B4-BE49-F238E27FC236}">
                    <a16:creationId xmlns:a16="http://schemas.microsoft.com/office/drawing/2014/main" id="{33F0787F-559F-2555-1301-E5FC3E59C16F}"/>
                  </a:ext>
                </a:extLst>
              </p:cNvPr>
              <p:cNvSpPr/>
              <p:nvPr/>
            </p:nvSpPr>
            <p:spPr>
              <a:xfrm>
                <a:off x="3408750" y="3388179"/>
                <a:ext cx="129967" cy="375611"/>
              </a:xfrm>
              <a:custGeom>
                <a:avLst/>
                <a:gdLst/>
                <a:ahLst/>
                <a:cxnLst/>
                <a:rect l="l" t="t" r="r" b="b"/>
                <a:pathLst>
                  <a:path w="1693" h="4893" extrusionOk="0">
                    <a:moveTo>
                      <a:pt x="1290" y="1"/>
                    </a:moveTo>
                    <a:lnTo>
                      <a:pt x="1290" y="1"/>
                    </a:lnTo>
                    <a:cubicBezTo>
                      <a:pt x="1272" y="864"/>
                      <a:pt x="1301" y="2424"/>
                      <a:pt x="1226" y="2907"/>
                    </a:cubicBezTo>
                    <a:cubicBezTo>
                      <a:pt x="985" y="4415"/>
                      <a:pt x="1" y="4893"/>
                      <a:pt x="1" y="4893"/>
                    </a:cubicBezTo>
                    <a:lnTo>
                      <a:pt x="1693" y="4893"/>
                    </a:lnTo>
                    <a:lnTo>
                      <a:pt x="1693" y="1969"/>
                    </a:lnTo>
                    <a:cubicBezTo>
                      <a:pt x="1693" y="1497"/>
                      <a:pt x="1503" y="519"/>
                      <a:pt x="1290" y="1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423;p33">
                <a:extLst>
                  <a:ext uri="{FF2B5EF4-FFF2-40B4-BE49-F238E27FC236}">
                    <a16:creationId xmlns:a16="http://schemas.microsoft.com/office/drawing/2014/main" id="{DA9EBF68-57B0-39E2-11CC-38FB7CEDF243}"/>
                  </a:ext>
                </a:extLst>
              </p:cNvPr>
              <p:cNvSpPr/>
              <p:nvPr/>
            </p:nvSpPr>
            <p:spPr>
              <a:xfrm>
                <a:off x="3481679" y="3541099"/>
                <a:ext cx="160828" cy="295622"/>
              </a:xfrm>
              <a:custGeom>
                <a:avLst/>
                <a:gdLst/>
                <a:ahLst/>
                <a:cxnLst/>
                <a:rect l="l" t="t" r="r" b="b"/>
                <a:pathLst>
                  <a:path w="2095" h="3851" extrusionOk="0">
                    <a:moveTo>
                      <a:pt x="1715" y="0"/>
                    </a:moveTo>
                    <a:cubicBezTo>
                      <a:pt x="1715" y="0"/>
                      <a:pt x="1324" y="409"/>
                      <a:pt x="823" y="593"/>
                    </a:cubicBezTo>
                    <a:cubicBezTo>
                      <a:pt x="863" y="639"/>
                      <a:pt x="984" y="863"/>
                      <a:pt x="1042" y="1024"/>
                    </a:cubicBezTo>
                    <a:lnTo>
                      <a:pt x="363" y="2935"/>
                    </a:lnTo>
                    <a:cubicBezTo>
                      <a:pt x="363" y="2935"/>
                      <a:pt x="104" y="2941"/>
                      <a:pt x="0" y="3079"/>
                    </a:cubicBezTo>
                    <a:lnTo>
                      <a:pt x="484" y="3850"/>
                    </a:lnTo>
                    <a:lnTo>
                      <a:pt x="806" y="3229"/>
                    </a:lnTo>
                    <a:lnTo>
                      <a:pt x="1980" y="1347"/>
                    </a:lnTo>
                    <a:cubicBezTo>
                      <a:pt x="2072" y="1157"/>
                      <a:pt x="2095" y="909"/>
                      <a:pt x="1715" y="0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424;p33">
                <a:extLst>
                  <a:ext uri="{FF2B5EF4-FFF2-40B4-BE49-F238E27FC236}">
                    <a16:creationId xmlns:a16="http://schemas.microsoft.com/office/drawing/2014/main" id="{58A3B97F-C164-EFFA-809F-8FE37917DF69}"/>
                  </a:ext>
                </a:extLst>
              </p:cNvPr>
              <p:cNvSpPr/>
              <p:nvPr/>
            </p:nvSpPr>
            <p:spPr>
              <a:xfrm>
                <a:off x="2824704" y="1073725"/>
                <a:ext cx="979553" cy="884026"/>
              </a:xfrm>
              <a:custGeom>
                <a:avLst/>
                <a:gdLst/>
                <a:ahLst/>
                <a:cxnLst/>
                <a:rect l="l" t="t" r="r" b="b"/>
                <a:pathLst>
                  <a:path w="12760" h="11516" extrusionOk="0">
                    <a:moveTo>
                      <a:pt x="6377" y="0"/>
                    </a:moveTo>
                    <a:cubicBezTo>
                      <a:pt x="2855" y="0"/>
                      <a:pt x="1" y="2274"/>
                      <a:pt x="1" y="5076"/>
                    </a:cubicBezTo>
                    <a:cubicBezTo>
                      <a:pt x="1" y="6877"/>
                      <a:pt x="1169" y="8460"/>
                      <a:pt x="2947" y="9358"/>
                    </a:cubicBezTo>
                    <a:cubicBezTo>
                      <a:pt x="2717" y="9847"/>
                      <a:pt x="2303" y="10474"/>
                      <a:pt x="1601" y="10739"/>
                    </a:cubicBezTo>
                    <a:cubicBezTo>
                      <a:pt x="852" y="11027"/>
                      <a:pt x="3828" y="11516"/>
                      <a:pt x="5387" y="10094"/>
                    </a:cubicBezTo>
                    <a:cubicBezTo>
                      <a:pt x="5710" y="10135"/>
                      <a:pt x="6043" y="10158"/>
                      <a:pt x="6377" y="10158"/>
                    </a:cubicBezTo>
                    <a:cubicBezTo>
                      <a:pt x="9905" y="10158"/>
                      <a:pt x="12759" y="7885"/>
                      <a:pt x="12759" y="5082"/>
                    </a:cubicBezTo>
                    <a:cubicBezTo>
                      <a:pt x="12759" y="2274"/>
                      <a:pt x="9905" y="0"/>
                      <a:pt x="637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4" name="Google Shape;425;p33">
                <a:extLst>
                  <a:ext uri="{FF2B5EF4-FFF2-40B4-BE49-F238E27FC236}">
                    <a16:creationId xmlns:a16="http://schemas.microsoft.com/office/drawing/2014/main" id="{5944BA64-6798-C874-1529-F248120485C4}"/>
                  </a:ext>
                </a:extLst>
              </p:cNvPr>
              <p:cNvGrpSpPr/>
              <p:nvPr/>
            </p:nvGrpSpPr>
            <p:grpSpPr>
              <a:xfrm>
                <a:off x="3050673" y="1341842"/>
                <a:ext cx="527533" cy="273512"/>
                <a:chOff x="7999109" y="908965"/>
                <a:chExt cx="502460" cy="260513"/>
              </a:xfrm>
            </p:grpSpPr>
            <p:sp>
              <p:nvSpPr>
                <p:cNvPr id="65" name="Google Shape;426;p33">
                  <a:extLst>
                    <a:ext uri="{FF2B5EF4-FFF2-40B4-BE49-F238E27FC236}">
                      <a16:creationId xmlns:a16="http://schemas.microsoft.com/office/drawing/2014/main" id="{914B56A8-CC94-4A74-38C8-07F6B0B914F1}"/>
                    </a:ext>
                  </a:extLst>
                </p:cNvPr>
                <p:cNvSpPr/>
                <p:nvPr/>
              </p:nvSpPr>
              <p:spPr>
                <a:xfrm>
                  <a:off x="7999109" y="908965"/>
                  <a:ext cx="178480" cy="31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1" h="427" extrusionOk="0">
                      <a:moveTo>
                        <a:pt x="0" y="1"/>
                      </a:moveTo>
                      <a:lnTo>
                        <a:pt x="2440" y="1"/>
                      </a:lnTo>
                      <a:lnTo>
                        <a:pt x="2440" y="426"/>
                      </a:lnTo>
                      <a:lnTo>
                        <a:pt x="0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" name="Google Shape;427;p33">
                  <a:extLst>
                    <a:ext uri="{FF2B5EF4-FFF2-40B4-BE49-F238E27FC236}">
                      <a16:creationId xmlns:a16="http://schemas.microsoft.com/office/drawing/2014/main" id="{5177A246-3834-94C7-CF95-761864185443}"/>
                    </a:ext>
                  </a:extLst>
                </p:cNvPr>
                <p:cNvSpPr/>
                <p:nvPr/>
              </p:nvSpPr>
              <p:spPr>
                <a:xfrm>
                  <a:off x="7999109" y="1061705"/>
                  <a:ext cx="234853" cy="31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12" h="427" extrusionOk="0">
                      <a:moveTo>
                        <a:pt x="0" y="1"/>
                      </a:moveTo>
                      <a:lnTo>
                        <a:pt x="3211" y="1"/>
                      </a:lnTo>
                      <a:lnTo>
                        <a:pt x="3211" y="426"/>
                      </a:lnTo>
                      <a:lnTo>
                        <a:pt x="0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" name="Google Shape;428;p33">
                  <a:extLst>
                    <a:ext uri="{FF2B5EF4-FFF2-40B4-BE49-F238E27FC236}">
                      <a16:creationId xmlns:a16="http://schemas.microsoft.com/office/drawing/2014/main" id="{DCDB3FC3-A000-4F6B-107C-12BDCA87A755}"/>
                    </a:ext>
                  </a:extLst>
                </p:cNvPr>
                <p:cNvSpPr/>
                <p:nvPr/>
              </p:nvSpPr>
              <p:spPr>
                <a:xfrm>
                  <a:off x="8266715" y="1061705"/>
                  <a:ext cx="234853" cy="31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12" h="427" extrusionOk="0">
                      <a:moveTo>
                        <a:pt x="0" y="1"/>
                      </a:moveTo>
                      <a:lnTo>
                        <a:pt x="3211" y="1"/>
                      </a:lnTo>
                      <a:lnTo>
                        <a:pt x="3211" y="426"/>
                      </a:lnTo>
                      <a:lnTo>
                        <a:pt x="0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/>
                    <a:t>    </a:t>
                  </a:r>
                  <a:endParaRPr/>
                </a:p>
              </p:txBody>
            </p:sp>
            <p:sp>
              <p:nvSpPr>
                <p:cNvPr id="68" name="Google Shape;429;p33">
                  <a:extLst>
                    <a:ext uri="{FF2B5EF4-FFF2-40B4-BE49-F238E27FC236}">
                      <a16:creationId xmlns:a16="http://schemas.microsoft.com/office/drawing/2014/main" id="{D1E21158-D723-0E26-9A13-E0EA75246EEE}"/>
                    </a:ext>
                  </a:extLst>
                </p:cNvPr>
                <p:cNvSpPr/>
                <p:nvPr/>
              </p:nvSpPr>
              <p:spPr>
                <a:xfrm>
                  <a:off x="8216192" y="908965"/>
                  <a:ext cx="285378" cy="31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03" h="427" extrusionOk="0">
                      <a:moveTo>
                        <a:pt x="1" y="1"/>
                      </a:moveTo>
                      <a:lnTo>
                        <a:pt x="3902" y="1"/>
                      </a:lnTo>
                      <a:lnTo>
                        <a:pt x="3902" y="426"/>
                      </a:lnTo>
                      <a:lnTo>
                        <a:pt x="1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" name="Google Shape;430;p33">
                  <a:extLst>
                    <a:ext uri="{FF2B5EF4-FFF2-40B4-BE49-F238E27FC236}">
                      <a16:creationId xmlns:a16="http://schemas.microsoft.com/office/drawing/2014/main" id="{EF89FCAF-FBF4-5559-2BD1-ECB5AA4EFBB2}"/>
                    </a:ext>
                  </a:extLst>
                </p:cNvPr>
                <p:cNvSpPr/>
                <p:nvPr/>
              </p:nvSpPr>
              <p:spPr>
                <a:xfrm>
                  <a:off x="7999109" y="985591"/>
                  <a:ext cx="104412" cy="30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" h="421" extrusionOk="0">
                      <a:moveTo>
                        <a:pt x="0" y="0"/>
                      </a:moveTo>
                      <a:lnTo>
                        <a:pt x="1427" y="0"/>
                      </a:lnTo>
                      <a:lnTo>
                        <a:pt x="1427" y="420"/>
                      </a:lnTo>
                      <a:lnTo>
                        <a:pt x="0" y="42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" name="Google Shape;431;p33">
                  <a:extLst>
                    <a:ext uri="{FF2B5EF4-FFF2-40B4-BE49-F238E27FC236}">
                      <a16:creationId xmlns:a16="http://schemas.microsoft.com/office/drawing/2014/main" id="{3E724DA4-1E35-3F5F-CCD7-A41915FE29A7}"/>
                    </a:ext>
                  </a:extLst>
                </p:cNvPr>
                <p:cNvSpPr/>
                <p:nvPr/>
              </p:nvSpPr>
              <p:spPr>
                <a:xfrm>
                  <a:off x="8141759" y="985591"/>
                  <a:ext cx="144334" cy="30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4" h="421" extrusionOk="0">
                      <a:moveTo>
                        <a:pt x="0" y="0"/>
                      </a:moveTo>
                      <a:lnTo>
                        <a:pt x="1974" y="0"/>
                      </a:lnTo>
                      <a:lnTo>
                        <a:pt x="1974" y="420"/>
                      </a:lnTo>
                      <a:lnTo>
                        <a:pt x="0" y="42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" name="Google Shape;432;p33">
                  <a:extLst>
                    <a:ext uri="{FF2B5EF4-FFF2-40B4-BE49-F238E27FC236}">
                      <a16:creationId xmlns:a16="http://schemas.microsoft.com/office/drawing/2014/main" id="{1B8CB04E-5E8D-F9F5-8FAF-4E407FCAC76C}"/>
                    </a:ext>
                  </a:extLst>
                </p:cNvPr>
                <p:cNvSpPr/>
                <p:nvPr/>
              </p:nvSpPr>
              <p:spPr>
                <a:xfrm>
                  <a:off x="8328937" y="985591"/>
                  <a:ext cx="172630" cy="30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61" h="421" extrusionOk="0">
                      <a:moveTo>
                        <a:pt x="1" y="0"/>
                      </a:moveTo>
                      <a:lnTo>
                        <a:pt x="2360" y="0"/>
                      </a:lnTo>
                      <a:lnTo>
                        <a:pt x="2360" y="420"/>
                      </a:lnTo>
                      <a:lnTo>
                        <a:pt x="1" y="42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" name="Google Shape;433;p33">
                  <a:extLst>
                    <a:ext uri="{FF2B5EF4-FFF2-40B4-BE49-F238E27FC236}">
                      <a16:creationId xmlns:a16="http://schemas.microsoft.com/office/drawing/2014/main" id="{168F468D-D0C9-F90F-7E85-0B311E97635F}"/>
                    </a:ext>
                  </a:extLst>
                </p:cNvPr>
                <p:cNvSpPr/>
                <p:nvPr/>
              </p:nvSpPr>
              <p:spPr>
                <a:xfrm>
                  <a:off x="7999109" y="1138696"/>
                  <a:ext cx="142287" cy="30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6" h="421" extrusionOk="0">
                      <a:moveTo>
                        <a:pt x="0" y="1"/>
                      </a:moveTo>
                      <a:lnTo>
                        <a:pt x="1945" y="1"/>
                      </a:lnTo>
                      <a:lnTo>
                        <a:pt x="1945" y="421"/>
                      </a:lnTo>
                      <a:lnTo>
                        <a:pt x="0" y="42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9" name="Google Shape;434;p33">
              <a:extLst>
                <a:ext uri="{FF2B5EF4-FFF2-40B4-BE49-F238E27FC236}">
                  <a16:creationId xmlns:a16="http://schemas.microsoft.com/office/drawing/2014/main" id="{B4992F17-342E-ACD9-C5AE-F6928F618B4A}"/>
                </a:ext>
              </a:extLst>
            </p:cNvPr>
            <p:cNvSpPr/>
            <p:nvPr/>
          </p:nvSpPr>
          <p:spPr>
            <a:xfrm>
              <a:off x="1049321" y="900579"/>
              <a:ext cx="136492" cy="136492"/>
            </a:xfrm>
            <a:custGeom>
              <a:avLst/>
              <a:gdLst/>
              <a:ahLst/>
              <a:cxnLst/>
              <a:rect l="l" t="t" r="r" b="b"/>
              <a:pathLst>
                <a:path w="4231" h="4231" extrusionOk="0">
                  <a:moveTo>
                    <a:pt x="4231" y="2118"/>
                  </a:moveTo>
                  <a:cubicBezTo>
                    <a:pt x="4231" y="3287"/>
                    <a:pt x="3287" y="4230"/>
                    <a:pt x="2119" y="4230"/>
                  </a:cubicBezTo>
                  <a:cubicBezTo>
                    <a:pt x="950" y="4230"/>
                    <a:pt x="1" y="3287"/>
                    <a:pt x="1" y="2118"/>
                  </a:cubicBezTo>
                  <a:cubicBezTo>
                    <a:pt x="1" y="950"/>
                    <a:pt x="950" y="1"/>
                    <a:pt x="2119" y="1"/>
                  </a:cubicBezTo>
                  <a:cubicBezTo>
                    <a:pt x="3287" y="1"/>
                    <a:pt x="4231" y="950"/>
                    <a:pt x="4231" y="21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083636488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22BAAD67-E295-D7AF-7330-C299602840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3758"/>
            <a:ext cx="5765044" cy="5143500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B5767FD-C0E4-4294-2D42-68D5102D16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6116" y="-13758"/>
            <a:ext cx="5551164" cy="5143500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807">
          <a:extLst>
            <a:ext uri="{FF2B5EF4-FFF2-40B4-BE49-F238E27FC236}">
              <a16:creationId xmlns:a16="http://schemas.microsoft.com/office/drawing/2014/main" id="{E0790875-4005-73C0-741D-412BCF456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2457BF2-03D0-9719-5703-917DF4A604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71"/>
            <a:ext cx="9144000" cy="51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919945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42"/>
          <p:cNvSpPr/>
          <p:nvPr/>
        </p:nvSpPr>
        <p:spPr>
          <a:xfrm>
            <a:off x="886950" y="3212163"/>
            <a:ext cx="716400" cy="71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1" name="Google Shape;661;p42"/>
          <p:cNvSpPr/>
          <p:nvPr/>
        </p:nvSpPr>
        <p:spPr>
          <a:xfrm>
            <a:off x="4652589" y="1770034"/>
            <a:ext cx="716400" cy="71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2" name="Google Shape;662;p42"/>
          <p:cNvSpPr/>
          <p:nvPr/>
        </p:nvSpPr>
        <p:spPr>
          <a:xfrm>
            <a:off x="886950" y="1756738"/>
            <a:ext cx="716400" cy="71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3" name="Google Shape;663;p42"/>
          <p:cNvSpPr/>
          <p:nvPr/>
        </p:nvSpPr>
        <p:spPr>
          <a:xfrm>
            <a:off x="4652589" y="3210941"/>
            <a:ext cx="716400" cy="71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4" name="Google Shape;664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Панель администратора</a:t>
            </a:r>
            <a:endParaRPr dirty="0"/>
          </a:p>
        </p:txBody>
      </p:sp>
      <p:sp>
        <p:nvSpPr>
          <p:cNvPr id="669" name="Google Shape;669;p42"/>
          <p:cNvSpPr txBox="1">
            <a:spLocks noGrp="1"/>
          </p:cNvSpPr>
          <p:nvPr>
            <p:ph type="subTitle" idx="5"/>
          </p:nvPr>
        </p:nvSpPr>
        <p:spPr>
          <a:xfrm>
            <a:off x="1726507" y="1770034"/>
            <a:ext cx="2695175" cy="71638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/>
              <a:t>Изменение информации о блюдах</a:t>
            </a:r>
            <a:endParaRPr sz="1800" dirty="0"/>
          </a:p>
        </p:txBody>
      </p:sp>
      <p:sp>
        <p:nvSpPr>
          <p:cNvPr id="670" name="Google Shape;670;p42"/>
          <p:cNvSpPr txBox="1">
            <a:spLocks noGrp="1"/>
          </p:cNvSpPr>
          <p:nvPr>
            <p:ph type="subTitle" idx="6"/>
          </p:nvPr>
        </p:nvSpPr>
        <p:spPr>
          <a:xfrm>
            <a:off x="5442272" y="1770034"/>
            <a:ext cx="2055808" cy="70310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/>
              <a:t>Управление заказами</a:t>
            </a:r>
            <a:endParaRPr sz="1800" dirty="0"/>
          </a:p>
        </p:txBody>
      </p:sp>
      <p:sp>
        <p:nvSpPr>
          <p:cNvPr id="671" name="Google Shape;671;p42"/>
          <p:cNvSpPr txBox="1">
            <a:spLocks noGrp="1"/>
          </p:cNvSpPr>
          <p:nvPr>
            <p:ph type="subTitle" idx="7"/>
          </p:nvPr>
        </p:nvSpPr>
        <p:spPr>
          <a:xfrm>
            <a:off x="1726509" y="3212175"/>
            <a:ext cx="2695092" cy="7163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/>
              <a:t>Просмотр детальной статистики</a:t>
            </a:r>
            <a:endParaRPr sz="1800" dirty="0"/>
          </a:p>
        </p:txBody>
      </p:sp>
      <p:sp>
        <p:nvSpPr>
          <p:cNvPr id="672" name="Google Shape;672;p42"/>
          <p:cNvSpPr txBox="1">
            <a:spLocks noGrp="1"/>
          </p:cNvSpPr>
          <p:nvPr>
            <p:ph type="subTitle" idx="8"/>
          </p:nvPr>
        </p:nvSpPr>
        <p:spPr>
          <a:xfrm>
            <a:off x="5442272" y="3212163"/>
            <a:ext cx="2441952" cy="70188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/>
              <a:t>Создание рассылки в Телеграм</a:t>
            </a:r>
            <a:endParaRPr sz="1800" dirty="0"/>
          </a:p>
        </p:txBody>
      </p:sp>
      <p:grpSp>
        <p:nvGrpSpPr>
          <p:cNvPr id="673" name="Google Shape;673;p42"/>
          <p:cNvGrpSpPr/>
          <p:nvPr/>
        </p:nvGrpSpPr>
        <p:grpSpPr>
          <a:xfrm>
            <a:off x="1010107" y="1864779"/>
            <a:ext cx="470086" cy="500326"/>
            <a:chOff x="4663732" y="1480816"/>
            <a:chExt cx="470086" cy="500326"/>
          </a:xfrm>
        </p:grpSpPr>
        <p:sp>
          <p:nvSpPr>
            <p:cNvPr id="674" name="Google Shape;674;p42"/>
            <p:cNvSpPr/>
            <p:nvPr/>
          </p:nvSpPr>
          <p:spPr>
            <a:xfrm>
              <a:off x="5045882" y="1539550"/>
              <a:ext cx="87855" cy="59634"/>
            </a:xfrm>
            <a:custGeom>
              <a:avLst/>
              <a:gdLst/>
              <a:ahLst/>
              <a:cxnLst/>
              <a:rect l="l" t="t" r="r" b="b"/>
              <a:pathLst>
                <a:path w="3219" h="2185" extrusionOk="0">
                  <a:moveTo>
                    <a:pt x="0" y="1"/>
                  </a:moveTo>
                  <a:lnTo>
                    <a:pt x="0" y="2185"/>
                  </a:lnTo>
                  <a:lnTo>
                    <a:pt x="3215" y="2185"/>
                  </a:lnTo>
                  <a:lnTo>
                    <a:pt x="321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42"/>
            <p:cNvSpPr/>
            <p:nvPr/>
          </p:nvSpPr>
          <p:spPr>
            <a:xfrm>
              <a:off x="5050685" y="1833681"/>
              <a:ext cx="79012" cy="120606"/>
            </a:xfrm>
            <a:custGeom>
              <a:avLst/>
              <a:gdLst/>
              <a:ahLst/>
              <a:cxnLst/>
              <a:rect l="l" t="t" r="r" b="b"/>
              <a:pathLst>
                <a:path w="2895" h="4419" extrusionOk="0">
                  <a:moveTo>
                    <a:pt x="1" y="0"/>
                  </a:moveTo>
                  <a:lnTo>
                    <a:pt x="1433" y="4418"/>
                  </a:lnTo>
                  <a:lnTo>
                    <a:pt x="28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42"/>
            <p:cNvSpPr/>
            <p:nvPr/>
          </p:nvSpPr>
          <p:spPr>
            <a:xfrm>
              <a:off x="4899185" y="1862856"/>
              <a:ext cx="29421" cy="29394"/>
            </a:xfrm>
            <a:custGeom>
              <a:avLst/>
              <a:gdLst/>
              <a:ahLst/>
              <a:cxnLst/>
              <a:rect l="l" t="t" r="r" b="b"/>
              <a:pathLst>
                <a:path w="1078" h="1077" extrusionOk="0">
                  <a:moveTo>
                    <a:pt x="541" y="0"/>
                  </a:moveTo>
                  <a:cubicBezTo>
                    <a:pt x="244" y="0"/>
                    <a:pt x="1" y="244"/>
                    <a:pt x="1" y="540"/>
                  </a:cubicBezTo>
                  <a:cubicBezTo>
                    <a:pt x="1" y="837"/>
                    <a:pt x="244" y="1077"/>
                    <a:pt x="541" y="1077"/>
                  </a:cubicBezTo>
                  <a:cubicBezTo>
                    <a:pt x="834" y="1077"/>
                    <a:pt x="1077" y="837"/>
                    <a:pt x="1077" y="540"/>
                  </a:cubicBezTo>
                  <a:cubicBezTo>
                    <a:pt x="1077" y="244"/>
                    <a:pt x="834" y="0"/>
                    <a:pt x="5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42"/>
            <p:cNvSpPr/>
            <p:nvPr/>
          </p:nvSpPr>
          <p:spPr>
            <a:xfrm>
              <a:off x="4663732" y="1480816"/>
              <a:ext cx="352892" cy="500326"/>
            </a:xfrm>
            <a:custGeom>
              <a:avLst/>
              <a:gdLst/>
              <a:ahLst/>
              <a:cxnLst/>
              <a:rect l="l" t="t" r="r" b="b"/>
              <a:pathLst>
                <a:path w="12930" h="18332" extrusionOk="0">
                  <a:moveTo>
                    <a:pt x="9387" y="6038"/>
                  </a:moveTo>
                  <a:lnTo>
                    <a:pt x="10145" y="6796"/>
                  </a:lnTo>
                  <a:lnTo>
                    <a:pt x="9387" y="7555"/>
                  </a:lnTo>
                  <a:lnTo>
                    <a:pt x="10145" y="8314"/>
                  </a:lnTo>
                  <a:lnTo>
                    <a:pt x="9387" y="9072"/>
                  </a:lnTo>
                  <a:lnTo>
                    <a:pt x="8628" y="8314"/>
                  </a:lnTo>
                  <a:lnTo>
                    <a:pt x="7869" y="9072"/>
                  </a:lnTo>
                  <a:lnTo>
                    <a:pt x="7111" y="8314"/>
                  </a:lnTo>
                  <a:lnTo>
                    <a:pt x="7869" y="7555"/>
                  </a:lnTo>
                  <a:lnTo>
                    <a:pt x="7111" y="6796"/>
                  </a:lnTo>
                  <a:lnTo>
                    <a:pt x="7869" y="6038"/>
                  </a:lnTo>
                  <a:lnTo>
                    <a:pt x="8628" y="6796"/>
                  </a:lnTo>
                  <a:lnTo>
                    <a:pt x="9387" y="6038"/>
                  </a:lnTo>
                  <a:close/>
                  <a:moveTo>
                    <a:pt x="5092" y="12488"/>
                  </a:moveTo>
                  <a:lnTo>
                    <a:pt x="5851" y="13247"/>
                  </a:lnTo>
                  <a:lnTo>
                    <a:pt x="5092" y="14006"/>
                  </a:lnTo>
                  <a:lnTo>
                    <a:pt x="5851" y="14764"/>
                  </a:lnTo>
                  <a:lnTo>
                    <a:pt x="5092" y="15523"/>
                  </a:lnTo>
                  <a:lnTo>
                    <a:pt x="4333" y="14764"/>
                  </a:lnTo>
                  <a:lnTo>
                    <a:pt x="3575" y="15523"/>
                  </a:lnTo>
                  <a:lnTo>
                    <a:pt x="2816" y="14764"/>
                  </a:lnTo>
                  <a:lnTo>
                    <a:pt x="3575" y="14006"/>
                  </a:lnTo>
                  <a:lnTo>
                    <a:pt x="2816" y="13247"/>
                  </a:lnTo>
                  <a:lnTo>
                    <a:pt x="3575" y="12488"/>
                  </a:lnTo>
                  <a:lnTo>
                    <a:pt x="4333" y="13247"/>
                  </a:lnTo>
                  <a:lnTo>
                    <a:pt x="5092" y="12488"/>
                  </a:lnTo>
                  <a:close/>
                  <a:moveTo>
                    <a:pt x="3797" y="2904"/>
                  </a:moveTo>
                  <a:lnTo>
                    <a:pt x="5840" y="5628"/>
                  </a:lnTo>
                  <a:lnTo>
                    <a:pt x="4979" y="6271"/>
                  </a:lnTo>
                  <a:lnTo>
                    <a:pt x="4337" y="5410"/>
                  </a:lnTo>
                  <a:lnTo>
                    <a:pt x="4337" y="8808"/>
                  </a:lnTo>
                  <a:lnTo>
                    <a:pt x="9708" y="10957"/>
                  </a:lnTo>
                  <a:lnTo>
                    <a:pt x="9708" y="13028"/>
                  </a:lnTo>
                  <a:cubicBezTo>
                    <a:pt x="10332" y="13250"/>
                    <a:pt x="10784" y="13840"/>
                    <a:pt x="10784" y="14542"/>
                  </a:cubicBezTo>
                  <a:cubicBezTo>
                    <a:pt x="10777" y="15428"/>
                    <a:pt x="10054" y="16151"/>
                    <a:pt x="9168" y="16151"/>
                  </a:cubicBezTo>
                  <a:cubicBezTo>
                    <a:pt x="8279" y="16151"/>
                    <a:pt x="7555" y="15428"/>
                    <a:pt x="7555" y="14542"/>
                  </a:cubicBezTo>
                  <a:cubicBezTo>
                    <a:pt x="7555" y="13840"/>
                    <a:pt x="8007" y="13254"/>
                    <a:pt x="8631" y="13028"/>
                  </a:cubicBezTo>
                  <a:lnTo>
                    <a:pt x="8631" y="11684"/>
                  </a:lnTo>
                  <a:lnTo>
                    <a:pt x="3261" y="9535"/>
                  </a:lnTo>
                  <a:lnTo>
                    <a:pt x="3261" y="5410"/>
                  </a:lnTo>
                  <a:lnTo>
                    <a:pt x="2615" y="6271"/>
                  </a:lnTo>
                  <a:lnTo>
                    <a:pt x="1757" y="5628"/>
                  </a:lnTo>
                  <a:lnTo>
                    <a:pt x="3797" y="2904"/>
                  </a:lnTo>
                  <a:close/>
                  <a:moveTo>
                    <a:pt x="0" y="0"/>
                  </a:moveTo>
                  <a:lnTo>
                    <a:pt x="0" y="18332"/>
                  </a:lnTo>
                  <a:lnTo>
                    <a:pt x="12929" y="18332"/>
                  </a:lnTo>
                  <a:lnTo>
                    <a:pt x="12929" y="4337"/>
                  </a:lnTo>
                  <a:lnTo>
                    <a:pt x="8628" y="4337"/>
                  </a:lnTo>
                  <a:lnTo>
                    <a:pt x="86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42"/>
            <p:cNvSpPr/>
            <p:nvPr/>
          </p:nvSpPr>
          <p:spPr>
            <a:xfrm>
              <a:off x="4928579" y="1489468"/>
              <a:ext cx="79367" cy="80349"/>
            </a:xfrm>
            <a:custGeom>
              <a:avLst/>
              <a:gdLst/>
              <a:ahLst/>
              <a:cxnLst/>
              <a:rect l="l" t="t" r="r" b="b"/>
              <a:pathLst>
                <a:path w="2908" h="2944" extrusionOk="0">
                  <a:moveTo>
                    <a:pt x="0" y="1"/>
                  </a:moveTo>
                  <a:lnTo>
                    <a:pt x="0" y="2944"/>
                  </a:lnTo>
                  <a:lnTo>
                    <a:pt x="2908" y="294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42"/>
            <p:cNvSpPr/>
            <p:nvPr/>
          </p:nvSpPr>
          <p:spPr>
            <a:xfrm>
              <a:off x="5045882" y="1628359"/>
              <a:ext cx="87936" cy="175982"/>
            </a:xfrm>
            <a:custGeom>
              <a:avLst/>
              <a:gdLst/>
              <a:ahLst/>
              <a:cxnLst/>
              <a:rect l="l" t="t" r="r" b="b"/>
              <a:pathLst>
                <a:path w="3222" h="6448" extrusionOk="0">
                  <a:moveTo>
                    <a:pt x="0" y="0"/>
                  </a:moveTo>
                  <a:lnTo>
                    <a:pt x="0" y="6447"/>
                  </a:lnTo>
                  <a:lnTo>
                    <a:pt x="3222" y="6447"/>
                  </a:lnTo>
                  <a:lnTo>
                    <a:pt x="322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0" name="Google Shape;680;p42"/>
          <p:cNvGrpSpPr/>
          <p:nvPr/>
        </p:nvGrpSpPr>
        <p:grpSpPr>
          <a:xfrm>
            <a:off x="4760570" y="1881113"/>
            <a:ext cx="500435" cy="500435"/>
            <a:chOff x="1512431" y="2099592"/>
            <a:chExt cx="500435" cy="500435"/>
          </a:xfrm>
        </p:grpSpPr>
        <p:sp>
          <p:nvSpPr>
            <p:cNvPr id="681" name="Google Shape;681;p42"/>
            <p:cNvSpPr/>
            <p:nvPr/>
          </p:nvSpPr>
          <p:spPr>
            <a:xfrm>
              <a:off x="1512431" y="2158134"/>
              <a:ext cx="441784" cy="261107"/>
            </a:xfrm>
            <a:custGeom>
              <a:avLst/>
              <a:gdLst/>
              <a:ahLst/>
              <a:cxnLst/>
              <a:rect l="l" t="t" r="r" b="b"/>
              <a:pathLst>
                <a:path w="16187" h="9567" extrusionOk="0">
                  <a:moveTo>
                    <a:pt x="0" y="1"/>
                  </a:moveTo>
                  <a:lnTo>
                    <a:pt x="0" y="1077"/>
                  </a:lnTo>
                  <a:lnTo>
                    <a:pt x="4549" y="1077"/>
                  </a:lnTo>
                  <a:lnTo>
                    <a:pt x="6744" y="4302"/>
                  </a:lnTo>
                  <a:lnTo>
                    <a:pt x="2149" y="4302"/>
                  </a:lnTo>
                  <a:lnTo>
                    <a:pt x="2149" y="8632"/>
                  </a:lnTo>
                  <a:lnTo>
                    <a:pt x="4542" y="8632"/>
                  </a:lnTo>
                  <a:lnTo>
                    <a:pt x="6070" y="6306"/>
                  </a:lnTo>
                  <a:lnTo>
                    <a:pt x="7146" y="9567"/>
                  </a:lnTo>
                  <a:lnTo>
                    <a:pt x="7767" y="8632"/>
                  </a:lnTo>
                  <a:lnTo>
                    <a:pt x="9951" y="8632"/>
                  </a:lnTo>
                  <a:lnTo>
                    <a:pt x="11476" y="6306"/>
                  </a:lnTo>
                  <a:lnTo>
                    <a:pt x="12552" y="9567"/>
                  </a:lnTo>
                  <a:lnTo>
                    <a:pt x="13177" y="8628"/>
                  </a:lnTo>
                  <a:lnTo>
                    <a:pt x="16187" y="8628"/>
                  </a:lnTo>
                  <a:lnTo>
                    <a:pt x="16187" y="4299"/>
                  </a:lnTo>
                  <a:lnTo>
                    <a:pt x="8046" y="4299"/>
                  </a:lnTo>
                  <a:lnTo>
                    <a:pt x="511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42"/>
            <p:cNvSpPr/>
            <p:nvPr/>
          </p:nvSpPr>
          <p:spPr>
            <a:xfrm>
              <a:off x="1570892" y="2397544"/>
              <a:ext cx="383132" cy="143722"/>
            </a:xfrm>
            <a:custGeom>
              <a:avLst/>
              <a:gdLst/>
              <a:ahLst/>
              <a:cxnLst/>
              <a:rect l="l" t="t" r="r" b="b"/>
              <a:pathLst>
                <a:path w="14038" h="5266" extrusionOk="0">
                  <a:moveTo>
                    <a:pt x="3600" y="1"/>
                  </a:moveTo>
                  <a:lnTo>
                    <a:pt x="2979" y="936"/>
                  </a:lnTo>
                  <a:lnTo>
                    <a:pt x="0" y="936"/>
                  </a:lnTo>
                  <a:lnTo>
                    <a:pt x="0" y="5266"/>
                  </a:lnTo>
                  <a:lnTo>
                    <a:pt x="14038" y="5266"/>
                  </a:lnTo>
                  <a:lnTo>
                    <a:pt x="14038" y="936"/>
                  </a:lnTo>
                  <a:lnTo>
                    <a:pt x="11606" y="936"/>
                  </a:lnTo>
                  <a:lnTo>
                    <a:pt x="10085" y="3223"/>
                  </a:lnTo>
                  <a:lnTo>
                    <a:pt x="9009" y="1"/>
                  </a:lnTo>
                  <a:lnTo>
                    <a:pt x="8388" y="936"/>
                  </a:lnTo>
                  <a:lnTo>
                    <a:pt x="6204" y="936"/>
                  </a:lnTo>
                  <a:lnTo>
                    <a:pt x="4676" y="3223"/>
                  </a:lnTo>
                  <a:lnTo>
                    <a:pt x="360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42"/>
            <p:cNvSpPr/>
            <p:nvPr/>
          </p:nvSpPr>
          <p:spPr>
            <a:xfrm>
              <a:off x="1924821" y="2216676"/>
              <a:ext cx="88046" cy="88073"/>
            </a:xfrm>
            <a:custGeom>
              <a:avLst/>
              <a:gdLst/>
              <a:ahLst/>
              <a:cxnLst/>
              <a:rect l="l" t="t" r="r" b="b"/>
              <a:pathLst>
                <a:path w="3226" h="3227" extrusionOk="0">
                  <a:moveTo>
                    <a:pt x="0" y="1"/>
                  </a:moveTo>
                  <a:lnTo>
                    <a:pt x="0" y="1077"/>
                  </a:lnTo>
                  <a:lnTo>
                    <a:pt x="2149" y="1077"/>
                  </a:lnTo>
                  <a:lnTo>
                    <a:pt x="2149" y="3226"/>
                  </a:lnTo>
                  <a:lnTo>
                    <a:pt x="3226" y="3226"/>
                  </a:lnTo>
                  <a:lnTo>
                    <a:pt x="32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42"/>
            <p:cNvSpPr/>
            <p:nvPr/>
          </p:nvSpPr>
          <p:spPr>
            <a:xfrm>
              <a:off x="1924821" y="2510999"/>
              <a:ext cx="88046" cy="89028"/>
            </a:xfrm>
            <a:custGeom>
              <a:avLst/>
              <a:gdLst/>
              <a:ahLst/>
              <a:cxnLst/>
              <a:rect l="l" t="t" r="r" b="b"/>
              <a:pathLst>
                <a:path w="3226" h="3262" extrusionOk="0">
                  <a:moveTo>
                    <a:pt x="2149" y="1"/>
                  </a:moveTo>
                  <a:lnTo>
                    <a:pt x="2149" y="2185"/>
                  </a:lnTo>
                  <a:lnTo>
                    <a:pt x="0" y="2185"/>
                  </a:lnTo>
                  <a:lnTo>
                    <a:pt x="0" y="3261"/>
                  </a:lnTo>
                  <a:lnTo>
                    <a:pt x="3226" y="3261"/>
                  </a:lnTo>
                  <a:lnTo>
                    <a:pt x="32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42"/>
            <p:cNvSpPr/>
            <p:nvPr/>
          </p:nvSpPr>
          <p:spPr>
            <a:xfrm>
              <a:off x="1512431" y="2216676"/>
              <a:ext cx="58679" cy="88073"/>
            </a:xfrm>
            <a:custGeom>
              <a:avLst/>
              <a:gdLst/>
              <a:ahLst/>
              <a:cxnLst/>
              <a:rect l="l" t="t" r="r" b="b"/>
              <a:pathLst>
                <a:path w="2150" h="3227" extrusionOk="0">
                  <a:moveTo>
                    <a:pt x="0" y="1"/>
                  </a:moveTo>
                  <a:lnTo>
                    <a:pt x="0" y="3226"/>
                  </a:lnTo>
                  <a:lnTo>
                    <a:pt x="1077" y="3226"/>
                  </a:lnTo>
                  <a:lnTo>
                    <a:pt x="1077" y="1077"/>
                  </a:lnTo>
                  <a:lnTo>
                    <a:pt x="2149" y="1077"/>
                  </a:lnTo>
                  <a:lnTo>
                    <a:pt x="214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42"/>
            <p:cNvSpPr/>
            <p:nvPr/>
          </p:nvSpPr>
          <p:spPr>
            <a:xfrm>
              <a:off x="1512431" y="2510999"/>
              <a:ext cx="88046" cy="89028"/>
            </a:xfrm>
            <a:custGeom>
              <a:avLst/>
              <a:gdLst/>
              <a:ahLst/>
              <a:cxnLst/>
              <a:rect l="l" t="t" r="r" b="b"/>
              <a:pathLst>
                <a:path w="3226" h="3262" extrusionOk="0">
                  <a:moveTo>
                    <a:pt x="0" y="1"/>
                  </a:moveTo>
                  <a:lnTo>
                    <a:pt x="0" y="3261"/>
                  </a:lnTo>
                  <a:lnTo>
                    <a:pt x="3226" y="3261"/>
                  </a:lnTo>
                  <a:lnTo>
                    <a:pt x="3226" y="2185"/>
                  </a:lnTo>
                  <a:lnTo>
                    <a:pt x="1077" y="2185"/>
                  </a:lnTo>
                  <a:lnTo>
                    <a:pt x="107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42"/>
            <p:cNvSpPr/>
            <p:nvPr/>
          </p:nvSpPr>
          <p:spPr>
            <a:xfrm>
              <a:off x="1512431" y="2099592"/>
              <a:ext cx="29394" cy="29394"/>
            </a:xfrm>
            <a:custGeom>
              <a:avLst/>
              <a:gdLst/>
              <a:ahLst/>
              <a:cxnLst/>
              <a:rect l="l" t="t" r="r" b="b"/>
              <a:pathLst>
                <a:path w="1077" h="1077" extrusionOk="0">
                  <a:moveTo>
                    <a:pt x="0" y="0"/>
                  </a:moveTo>
                  <a:lnTo>
                    <a:pt x="0" y="1076"/>
                  </a:lnTo>
                  <a:lnTo>
                    <a:pt x="1077" y="1076"/>
                  </a:lnTo>
                  <a:lnTo>
                    <a:pt x="10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42"/>
            <p:cNvSpPr/>
            <p:nvPr/>
          </p:nvSpPr>
          <p:spPr>
            <a:xfrm>
              <a:off x="1570974" y="2099592"/>
              <a:ext cx="29421" cy="29394"/>
            </a:xfrm>
            <a:custGeom>
              <a:avLst/>
              <a:gdLst/>
              <a:ahLst/>
              <a:cxnLst/>
              <a:rect l="l" t="t" r="r" b="b"/>
              <a:pathLst>
                <a:path w="1078" h="1077" extrusionOk="0">
                  <a:moveTo>
                    <a:pt x="1" y="0"/>
                  </a:moveTo>
                  <a:lnTo>
                    <a:pt x="1" y="1076"/>
                  </a:lnTo>
                  <a:lnTo>
                    <a:pt x="1077" y="1076"/>
                  </a:lnTo>
                  <a:lnTo>
                    <a:pt x="10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42"/>
            <p:cNvSpPr/>
            <p:nvPr/>
          </p:nvSpPr>
          <p:spPr>
            <a:xfrm>
              <a:off x="1629625" y="2099592"/>
              <a:ext cx="29421" cy="29394"/>
            </a:xfrm>
            <a:custGeom>
              <a:avLst/>
              <a:gdLst/>
              <a:ahLst/>
              <a:cxnLst/>
              <a:rect l="l" t="t" r="r" b="b"/>
              <a:pathLst>
                <a:path w="1078" h="1077" extrusionOk="0">
                  <a:moveTo>
                    <a:pt x="1" y="0"/>
                  </a:moveTo>
                  <a:lnTo>
                    <a:pt x="1" y="1076"/>
                  </a:lnTo>
                  <a:lnTo>
                    <a:pt x="1077" y="1076"/>
                  </a:lnTo>
                  <a:lnTo>
                    <a:pt x="10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42"/>
            <p:cNvSpPr/>
            <p:nvPr/>
          </p:nvSpPr>
          <p:spPr>
            <a:xfrm>
              <a:off x="1895454" y="2099592"/>
              <a:ext cx="29394" cy="29394"/>
            </a:xfrm>
            <a:custGeom>
              <a:avLst/>
              <a:gdLst/>
              <a:ahLst/>
              <a:cxnLst/>
              <a:rect l="l" t="t" r="r" b="b"/>
              <a:pathLst>
                <a:path w="1077" h="1077" extrusionOk="0">
                  <a:moveTo>
                    <a:pt x="0" y="0"/>
                  </a:moveTo>
                  <a:lnTo>
                    <a:pt x="0" y="1076"/>
                  </a:lnTo>
                  <a:lnTo>
                    <a:pt x="1076" y="1076"/>
                  </a:lnTo>
                  <a:lnTo>
                    <a:pt x="107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42"/>
            <p:cNvSpPr/>
            <p:nvPr/>
          </p:nvSpPr>
          <p:spPr>
            <a:xfrm>
              <a:off x="1895454" y="2158243"/>
              <a:ext cx="29394" cy="29394"/>
            </a:xfrm>
            <a:custGeom>
              <a:avLst/>
              <a:gdLst/>
              <a:ahLst/>
              <a:cxnLst/>
              <a:rect l="l" t="t" r="r" b="b"/>
              <a:pathLst>
                <a:path w="1077" h="1077" extrusionOk="0">
                  <a:moveTo>
                    <a:pt x="0" y="0"/>
                  </a:moveTo>
                  <a:lnTo>
                    <a:pt x="0" y="1076"/>
                  </a:lnTo>
                  <a:lnTo>
                    <a:pt x="1076" y="1076"/>
                  </a:lnTo>
                  <a:lnTo>
                    <a:pt x="107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42"/>
            <p:cNvSpPr/>
            <p:nvPr/>
          </p:nvSpPr>
          <p:spPr>
            <a:xfrm>
              <a:off x="1954106" y="2099592"/>
              <a:ext cx="58679" cy="29394"/>
            </a:xfrm>
            <a:custGeom>
              <a:avLst/>
              <a:gdLst/>
              <a:ahLst/>
              <a:cxnLst/>
              <a:rect l="l" t="t" r="r" b="b"/>
              <a:pathLst>
                <a:path w="2150" h="1077" extrusionOk="0">
                  <a:moveTo>
                    <a:pt x="0" y="0"/>
                  </a:moveTo>
                  <a:lnTo>
                    <a:pt x="0" y="1076"/>
                  </a:lnTo>
                  <a:lnTo>
                    <a:pt x="2149" y="1076"/>
                  </a:lnTo>
                  <a:lnTo>
                    <a:pt x="214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42"/>
            <p:cNvSpPr/>
            <p:nvPr/>
          </p:nvSpPr>
          <p:spPr>
            <a:xfrm>
              <a:off x="1954106" y="2158243"/>
              <a:ext cx="58679" cy="29394"/>
            </a:xfrm>
            <a:custGeom>
              <a:avLst/>
              <a:gdLst/>
              <a:ahLst/>
              <a:cxnLst/>
              <a:rect l="l" t="t" r="r" b="b"/>
              <a:pathLst>
                <a:path w="2150" h="1077" extrusionOk="0">
                  <a:moveTo>
                    <a:pt x="0" y="0"/>
                  </a:moveTo>
                  <a:lnTo>
                    <a:pt x="0" y="1076"/>
                  </a:lnTo>
                  <a:lnTo>
                    <a:pt x="2149" y="1076"/>
                  </a:lnTo>
                  <a:lnTo>
                    <a:pt x="214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42"/>
            <p:cNvSpPr/>
            <p:nvPr/>
          </p:nvSpPr>
          <p:spPr>
            <a:xfrm>
              <a:off x="1512431" y="2393696"/>
              <a:ext cx="58679" cy="29312"/>
            </a:xfrm>
            <a:custGeom>
              <a:avLst/>
              <a:gdLst/>
              <a:ahLst/>
              <a:cxnLst/>
              <a:rect l="l" t="t" r="r" b="b"/>
              <a:pathLst>
                <a:path w="2150" h="1074" extrusionOk="0">
                  <a:moveTo>
                    <a:pt x="0" y="1"/>
                  </a:moveTo>
                  <a:lnTo>
                    <a:pt x="0" y="1074"/>
                  </a:lnTo>
                  <a:lnTo>
                    <a:pt x="2149" y="1074"/>
                  </a:lnTo>
                  <a:lnTo>
                    <a:pt x="214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42"/>
            <p:cNvSpPr/>
            <p:nvPr/>
          </p:nvSpPr>
          <p:spPr>
            <a:xfrm>
              <a:off x="1954106" y="2393696"/>
              <a:ext cx="58679" cy="29312"/>
            </a:xfrm>
            <a:custGeom>
              <a:avLst/>
              <a:gdLst/>
              <a:ahLst/>
              <a:cxnLst/>
              <a:rect l="l" t="t" r="r" b="b"/>
              <a:pathLst>
                <a:path w="2150" h="1074" extrusionOk="0">
                  <a:moveTo>
                    <a:pt x="0" y="1"/>
                  </a:moveTo>
                  <a:lnTo>
                    <a:pt x="0" y="1074"/>
                  </a:lnTo>
                  <a:lnTo>
                    <a:pt x="2149" y="1074"/>
                  </a:lnTo>
                  <a:lnTo>
                    <a:pt x="214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6" name="Google Shape;696;p42"/>
          <p:cNvGrpSpPr/>
          <p:nvPr/>
        </p:nvGrpSpPr>
        <p:grpSpPr>
          <a:xfrm>
            <a:off x="4760577" y="3318932"/>
            <a:ext cx="500435" cy="500435"/>
            <a:chOff x="4681063" y="2099592"/>
            <a:chExt cx="500435" cy="500435"/>
          </a:xfrm>
        </p:grpSpPr>
        <p:sp>
          <p:nvSpPr>
            <p:cNvPr id="697" name="Google Shape;697;p42"/>
            <p:cNvSpPr/>
            <p:nvPr/>
          </p:nvSpPr>
          <p:spPr>
            <a:xfrm>
              <a:off x="4916625" y="2393696"/>
              <a:ext cx="29394" cy="29421"/>
            </a:xfrm>
            <a:custGeom>
              <a:avLst/>
              <a:gdLst/>
              <a:ahLst/>
              <a:cxnLst/>
              <a:rect l="l" t="t" r="r" b="b"/>
              <a:pathLst>
                <a:path w="1077" h="1078" extrusionOk="0">
                  <a:moveTo>
                    <a:pt x="541" y="1"/>
                  </a:moveTo>
                  <a:cubicBezTo>
                    <a:pt x="244" y="1"/>
                    <a:pt x="1" y="241"/>
                    <a:pt x="1" y="537"/>
                  </a:cubicBezTo>
                  <a:cubicBezTo>
                    <a:pt x="1" y="834"/>
                    <a:pt x="244" y="1077"/>
                    <a:pt x="541" y="1077"/>
                  </a:cubicBezTo>
                  <a:cubicBezTo>
                    <a:pt x="837" y="1077"/>
                    <a:pt x="1077" y="834"/>
                    <a:pt x="1077" y="537"/>
                  </a:cubicBezTo>
                  <a:cubicBezTo>
                    <a:pt x="1077" y="241"/>
                    <a:pt x="837" y="1"/>
                    <a:pt x="5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42"/>
            <p:cNvSpPr/>
            <p:nvPr/>
          </p:nvSpPr>
          <p:spPr>
            <a:xfrm>
              <a:off x="4858082" y="2335044"/>
              <a:ext cx="146588" cy="146615"/>
            </a:xfrm>
            <a:custGeom>
              <a:avLst/>
              <a:gdLst/>
              <a:ahLst/>
              <a:cxnLst/>
              <a:rect l="l" t="t" r="r" b="b"/>
              <a:pathLst>
                <a:path w="5371" h="5372" extrusionOk="0">
                  <a:moveTo>
                    <a:pt x="2686" y="1077"/>
                  </a:moveTo>
                  <a:cubicBezTo>
                    <a:pt x="3571" y="1077"/>
                    <a:pt x="4295" y="1800"/>
                    <a:pt x="4295" y="2686"/>
                  </a:cubicBezTo>
                  <a:cubicBezTo>
                    <a:pt x="4295" y="3572"/>
                    <a:pt x="3571" y="4295"/>
                    <a:pt x="2686" y="4295"/>
                  </a:cubicBezTo>
                  <a:cubicBezTo>
                    <a:pt x="1800" y="4295"/>
                    <a:pt x="1076" y="3572"/>
                    <a:pt x="1076" y="2686"/>
                  </a:cubicBezTo>
                  <a:cubicBezTo>
                    <a:pt x="1076" y="1800"/>
                    <a:pt x="1800" y="1077"/>
                    <a:pt x="2686" y="1077"/>
                  </a:cubicBezTo>
                  <a:close/>
                  <a:moveTo>
                    <a:pt x="2686" y="1"/>
                  </a:moveTo>
                  <a:cubicBezTo>
                    <a:pt x="1203" y="1"/>
                    <a:pt x="0" y="1204"/>
                    <a:pt x="0" y="2686"/>
                  </a:cubicBezTo>
                  <a:cubicBezTo>
                    <a:pt x="0" y="4168"/>
                    <a:pt x="1203" y="5371"/>
                    <a:pt x="2686" y="5371"/>
                  </a:cubicBezTo>
                  <a:cubicBezTo>
                    <a:pt x="4168" y="5371"/>
                    <a:pt x="5371" y="4168"/>
                    <a:pt x="5371" y="2686"/>
                  </a:cubicBezTo>
                  <a:cubicBezTo>
                    <a:pt x="5371" y="1204"/>
                    <a:pt x="4164" y="1"/>
                    <a:pt x="268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42"/>
            <p:cNvSpPr/>
            <p:nvPr/>
          </p:nvSpPr>
          <p:spPr>
            <a:xfrm>
              <a:off x="4681063" y="2158052"/>
              <a:ext cx="500435" cy="412608"/>
            </a:xfrm>
            <a:custGeom>
              <a:avLst/>
              <a:gdLst/>
              <a:ahLst/>
              <a:cxnLst/>
              <a:rect l="l" t="t" r="r" b="b"/>
              <a:pathLst>
                <a:path w="18336" h="15118" extrusionOk="0">
                  <a:moveTo>
                    <a:pt x="9172" y="5413"/>
                  </a:moveTo>
                  <a:cubicBezTo>
                    <a:pt x="11243" y="5413"/>
                    <a:pt x="12930" y="7100"/>
                    <a:pt x="12930" y="9171"/>
                  </a:cubicBezTo>
                  <a:cubicBezTo>
                    <a:pt x="12930" y="11246"/>
                    <a:pt x="11243" y="12929"/>
                    <a:pt x="9172" y="12929"/>
                  </a:cubicBezTo>
                  <a:cubicBezTo>
                    <a:pt x="7097" y="12929"/>
                    <a:pt x="5413" y="11246"/>
                    <a:pt x="5413" y="9171"/>
                  </a:cubicBezTo>
                  <a:cubicBezTo>
                    <a:pt x="5413" y="7100"/>
                    <a:pt x="7097" y="5413"/>
                    <a:pt x="9172" y="5413"/>
                  </a:cubicBezTo>
                  <a:close/>
                  <a:moveTo>
                    <a:pt x="0" y="0"/>
                  </a:moveTo>
                  <a:lnTo>
                    <a:pt x="0" y="1076"/>
                  </a:lnTo>
                  <a:lnTo>
                    <a:pt x="4588" y="1076"/>
                  </a:lnTo>
                  <a:lnTo>
                    <a:pt x="6423" y="3769"/>
                  </a:lnTo>
                  <a:cubicBezTo>
                    <a:pt x="3882" y="4746"/>
                    <a:pt x="1606" y="6966"/>
                    <a:pt x="4" y="9171"/>
                  </a:cubicBezTo>
                  <a:cubicBezTo>
                    <a:pt x="2167" y="12149"/>
                    <a:pt x="5523" y="15117"/>
                    <a:pt x="9172" y="15117"/>
                  </a:cubicBezTo>
                  <a:cubicBezTo>
                    <a:pt x="12820" y="15117"/>
                    <a:pt x="16176" y="12149"/>
                    <a:pt x="18336" y="9171"/>
                  </a:cubicBezTo>
                  <a:cubicBezTo>
                    <a:pt x="16176" y="6200"/>
                    <a:pt x="12820" y="3225"/>
                    <a:pt x="9172" y="3225"/>
                  </a:cubicBezTo>
                  <a:cubicBezTo>
                    <a:pt x="8603" y="3225"/>
                    <a:pt x="8046" y="3303"/>
                    <a:pt x="7499" y="3433"/>
                  </a:cubicBezTo>
                  <a:lnTo>
                    <a:pt x="516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42"/>
            <p:cNvSpPr/>
            <p:nvPr/>
          </p:nvSpPr>
          <p:spPr>
            <a:xfrm>
              <a:off x="5093535" y="2216786"/>
              <a:ext cx="87964" cy="89028"/>
            </a:xfrm>
            <a:custGeom>
              <a:avLst/>
              <a:gdLst/>
              <a:ahLst/>
              <a:cxnLst/>
              <a:rect l="l" t="t" r="r" b="b"/>
              <a:pathLst>
                <a:path w="3223" h="3262" extrusionOk="0">
                  <a:moveTo>
                    <a:pt x="1" y="1"/>
                  </a:moveTo>
                  <a:lnTo>
                    <a:pt x="1" y="1073"/>
                  </a:lnTo>
                  <a:lnTo>
                    <a:pt x="2146" y="1073"/>
                  </a:lnTo>
                  <a:lnTo>
                    <a:pt x="2146" y="3261"/>
                  </a:lnTo>
                  <a:lnTo>
                    <a:pt x="3223" y="3261"/>
                  </a:lnTo>
                  <a:lnTo>
                    <a:pt x="322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42"/>
            <p:cNvSpPr/>
            <p:nvPr/>
          </p:nvSpPr>
          <p:spPr>
            <a:xfrm>
              <a:off x="5093535" y="2510999"/>
              <a:ext cx="87964" cy="89028"/>
            </a:xfrm>
            <a:custGeom>
              <a:avLst/>
              <a:gdLst/>
              <a:ahLst/>
              <a:cxnLst/>
              <a:rect l="l" t="t" r="r" b="b"/>
              <a:pathLst>
                <a:path w="3223" h="3262" extrusionOk="0">
                  <a:moveTo>
                    <a:pt x="2146" y="1"/>
                  </a:moveTo>
                  <a:lnTo>
                    <a:pt x="2146" y="2185"/>
                  </a:lnTo>
                  <a:lnTo>
                    <a:pt x="1" y="2185"/>
                  </a:lnTo>
                  <a:lnTo>
                    <a:pt x="1" y="3261"/>
                  </a:lnTo>
                  <a:lnTo>
                    <a:pt x="3223" y="3261"/>
                  </a:lnTo>
                  <a:lnTo>
                    <a:pt x="322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42"/>
            <p:cNvSpPr/>
            <p:nvPr/>
          </p:nvSpPr>
          <p:spPr>
            <a:xfrm>
              <a:off x="4681063" y="2216676"/>
              <a:ext cx="89001" cy="89137"/>
            </a:xfrm>
            <a:custGeom>
              <a:avLst/>
              <a:gdLst/>
              <a:ahLst/>
              <a:cxnLst/>
              <a:rect l="l" t="t" r="r" b="b"/>
              <a:pathLst>
                <a:path w="3261" h="3266" extrusionOk="0">
                  <a:moveTo>
                    <a:pt x="0" y="1"/>
                  </a:moveTo>
                  <a:lnTo>
                    <a:pt x="0" y="3265"/>
                  </a:lnTo>
                  <a:lnTo>
                    <a:pt x="1077" y="3265"/>
                  </a:lnTo>
                  <a:lnTo>
                    <a:pt x="1077" y="1077"/>
                  </a:lnTo>
                  <a:lnTo>
                    <a:pt x="3261" y="1077"/>
                  </a:lnTo>
                  <a:lnTo>
                    <a:pt x="326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42"/>
            <p:cNvSpPr/>
            <p:nvPr/>
          </p:nvSpPr>
          <p:spPr>
            <a:xfrm>
              <a:off x="4681063" y="2510999"/>
              <a:ext cx="89001" cy="89028"/>
            </a:xfrm>
            <a:custGeom>
              <a:avLst/>
              <a:gdLst/>
              <a:ahLst/>
              <a:cxnLst/>
              <a:rect l="l" t="t" r="r" b="b"/>
              <a:pathLst>
                <a:path w="3261" h="3262" extrusionOk="0">
                  <a:moveTo>
                    <a:pt x="0" y="1"/>
                  </a:moveTo>
                  <a:lnTo>
                    <a:pt x="0" y="3261"/>
                  </a:lnTo>
                  <a:lnTo>
                    <a:pt x="3261" y="3261"/>
                  </a:lnTo>
                  <a:lnTo>
                    <a:pt x="3261" y="2185"/>
                  </a:lnTo>
                  <a:lnTo>
                    <a:pt x="1077" y="2185"/>
                  </a:lnTo>
                  <a:lnTo>
                    <a:pt x="107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42"/>
            <p:cNvSpPr/>
            <p:nvPr/>
          </p:nvSpPr>
          <p:spPr>
            <a:xfrm>
              <a:off x="4681063" y="2099592"/>
              <a:ext cx="29394" cy="29394"/>
            </a:xfrm>
            <a:custGeom>
              <a:avLst/>
              <a:gdLst/>
              <a:ahLst/>
              <a:cxnLst/>
              <a:rect l="l" t="t" r="r" b="b"/>
              <a:pathLst>
                <a:path w="1077" h="1077" extrusionOk="0">
                  <a:moveTo>
                    <a:pt x="0" y="0"/>
                  </a:moveTo>
                  <a:lnTo>
                    <a:pt x="0" y="1076"/>
                  </a:lnTo>
                  <a:lnTo>
                    <a:pt x="1077" y="1076"/>
                  </a:lnTo>
                  <a:lnTo>
                    <a:pt x="10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42"/>
            <p:cNvSpPr/>
            <p:nvPr/>
          </p:nvSpPr>
          <p:spPr>
            <a:xfrm>
              <a:off x="4739797" y="2099592"/>
              <a:ext cx="29421" cy="29394"/>
            </a:xfrm>
            <a:custGeom>
              <a:avLst/>
              <a:gdLst/>
              <a:ahLst/>
              <a:cxnLst/>
              <a:rect l="l" t="t" r="r" b="b"/>
              <a:pathLst>
                <a:path w="1078" h="1077" extrusionOk="0">
                  <a:moveTo>
                    <a:pt x="1" y="0"/>
                  </a:moveTo>
                  <a:lnTo>
                    <a:pt x="1" y="1076"/>
                  </a:lnTo>
                  <a:lnTo>
                    <a:pt x="1077" y="1076"/>
                  </a:lnTo>
                  <a:lnTo>
                    <a:pt x="10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42"/>
            <p:cNvSpPr/>
            <p:nvPr/>
          </p:nvSpPr>
          <p:spPr>
            <a:xfrm>
              <a:off x="4798448" y="2099592"/>
              <a:ext cx="29421" cy="29394"/>
            </a:xfrm>
            <a:custGeom>
              <a:avLst/>
              <a:gdLst/>
              <a:ahLst/>
              <a:cxnLst/>
              <a:rect l="l" t="t" r="r" b="b"/>
              <a:pathLst>
                <a:path w="1078" h="1077" extrusionOk="0">
                  <a:moveTo>
                    <a:pt x="1" y="0"/>
                  </a:moveTo>
                  <a:lnTo>
                    <a:pt x="1" y="1076"/>
                  </a:lnTo>
                  <a:lnTo>
                    <a:pt x="1077" y="1076"/>
                  </a:lnTo>
                  <a:lnTo>
                    <a:pt x="10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42"/>
            <p:cNvSpPr/>
            <p:nvPr/>
          </p:nvSpPr>
          <p:spPr>
            <a:xfrm>
              <a:off x="5064277" y="2099592"/>
              <a:ext cx="29394" cy="29394"/>
            </a:xfrm>
            <a:custGeom>
              <a:avLst/>
              <a:gdLst/>
              <a:ahLst/>
              <a:cxnLst/>
              <a:rect l="l" t="t" r="r" b="b"/>
              <a:pathLst>
                <a:path w="1077" h="1077" extrusionOk="0">
                  <a:moveTo>
                    <a:pt x="0" y="0"/>
                  </a:moveTo>
                  <a:lnTo>
                    <a:pt x="0" y="1076"/>
                  </a:lnTo>
                  <a:lnTo>
                    <a:pt x="1076" y="1076"/>
                  </a:lnTo>
                  <a:lnTo>
                    <a:pt x="107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42"/>
            <p:cNvSpPr/>
            <p:nvPr/>
          </p:nvSpPr>
          <p:spPr>
            <a:xfrm>
              <a:off x="5064277" y="2158243"/>
              <a:ext cx="29394" cy="29394"/>
            </a:xfrm>
            <a:custGeom>
              <a:avLst/>
              <a:gdLst/>
              <a:ahLst/>
              <a:cxnLst/>
              <a:rect l="l" t="t" r="r" b="b"/>
              <a:pathLst>
                <a:path w="1077" h="1077" extrusionOk="0">
                  <a:moveTo>
                    <a:pt x="0" y="0"/>
                  </a:moveTo>
                  <a:lnTo>
                    <a:pt x="0" y="1076"/>
                  </a:lnTo>
                  <a:lnTo>
                    <a:pt x="1076" y="1076"/>
                  </a:lnTo>
                  <a:lnTo>
                    <a:pt x="107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42"/>
            <p:cNvSpPr/>
            <p:nvPr/>
          </p:nvSpPr>
          <p:spPr>
            <a:xfrm>
              <a:off x="5122929" y="2099592"/>
              <a:ext cx="58570" cy="29394"/>
            </a:xfrm>
            <a:custGeom>
              <a:avLst/>
              <a:gdLst/>
              <a:ahLst/>
              <a:cxnLst/>
              <a:rect l="l" t="t" r="r" b="b"/>
              <a:pathLst>
                <a:path w="2146" h="1077" extrusionOk="0">
                  <a:moveTo>
                    <a:pt x="0" y="0"/>
                  </a:moveTo>
                  <a:lnTo>
                    <a:pt x="0" y="1076"/>
                  </a:lnTo>
                  <a:lnTo>
                    <a:pt x="2146" y="1076"/>
                  </a:lnTo>
                  <a:lnTo>
                    <a:pt x="21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42"/>
            <p:cNvSpPr/>
            <p:nvPr/>
          </p:nvSpPr>
          <p:spPr>
            <a:xfrm>
              <a:off x="5122929" y="2158243"/>
              <a:ext cx="58570" cy="29394"/>
            </a:xfrm>
            <a:custGeom>
              <a:avLst/>
              <a:gdLst/>
              <a:ahLst/>
              <a:cxnLst/>
              <a:rect l="l" t="t" r="r" b="b"/>
              <a:pathLst>
                <a:path w="2146" h="1077" extrusionOk="0">
                  <a:moveTo>
                    <a:pt x="0" y="0"/>
                  </a:moveTo>
                  <a:lnTo>
                    <a:pt x="0" y="1076"/>
                  </a:lnTo>
                  <a:lnTo>
                    <a:pt x="2146" y="1076"/>
                  </a:lnTo>
                  <a:lnTo>
                    <a:pt x="21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1" name="Google Shape;711;p42"/>
          <p:cNvGrpSpPr/>
          <p:nvPr/>
        </p:nvGrpSpPr>
        <p:grpSpPr>
          <a:xfrm>
            <a:off x="994930" y="3334912"/>
            <a:ext cx="500435" cy="500626"/>
            <a:chOff x="4721893" y="3324424"/>
            <a:chExt cx="500435" cy="500626"/>
          </a:xfrm>
        </p:grpSpPr>
        <p:sp>
          <p:nvSpPr>
            <p:cNvPr id="712" name="Google Shape;712;p42"/>
            <p:cNvSpPr/>
            <p:nvPr/>
          </p:nvSpPr>
          <p:spPr>
            <a:xfrm>
              <a:off x="4986739" y="3397814"/>
              <a:ext cx="29394" cy="59525"/>
            </a:xfrm>
            <a:custGeom>
              <a:avLst/>
              <a:gdLst/>
              <a:ahLst/>
              <a:cxnLst/>
              <a:rect l="l" t="t" r="r" b="b"/>
              <a:pathLst>
                <a:path w="1077" h="2181" extrusionOk="0">
                  <a:moveTo>
                    <a:pt x="1" y="0"/>
                  </a:moveTo>
                  <a:lnTo>
                    <a:pt x="1" y="2181"/>
                  </a:lnTo>
                  <a:lnTo>
                    <a:pt x="1077" y="2181"/>
                  </a:lnTo>
                  <a:lnTo>
                    <a:pt x="10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42"/>
            <p:cNvSpPr/>
            <p:nvPr/>
          </p:nvSpPr>
          <p:spPr>
            <a:xfrm>
              <a:off x="5103960" y="3545357"/>
              <a:ext cx="29394" cy="58679"/>
            </a:xfrm>
            <a:custGeom>
              <a:avLst/>
              <a:gdLst/>
              <a:ahLst/>
              <a:cxnLst/>
              <a:rect l="l" t="t" r="r" b="b"/>
              <a:pathLst>
                <a:path w="1077" h="2150" extrusionOk="0">
                  <a:moveTo>
                    <a:pt x="0" y="0"/>
                  </a:moveTo>
                  <a:lnTo>
                    <a:pt x="0" y="2149"/>
                  </a:lnTo>
                  <a:lnTo>
                    <a:pt x="1076" y="2149"/>
                  </a:lnTo>
                  <a:lnTo>
                    <a:pt x="107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42"/>
            <p:cNvSpPr/>
            <p:nvPr/>
          </p:nvSpPr>
          <p:spPr>
            <a:xfrm>
              <a:off x="4810702" y="3397814"/>
              <a:ext cx="29394" cy="59525"/>
            </a:xfrm>
            <a:custGeom>
              <a:avLst/>
              <a:gdLst/>
              <a:ahLst/>
              <a:cxnLst/>
              <a:rect l="l" t="t" r="r" b="b"/>
              <a:pathLst>
                <a:path w="1077" h="2181" extrusionOk="0">
                  <a:moveTo>
                    <a:pt x="0" y="0"/>
                  </a:moveTo>
                  <a:lnTo>
                    <a:pt x="0" y="2181"/>
                  </a:lnTo>
                  <a:lnTo>
                    <a:pt x="1076" y="2181"/>
                  </a:lnTo>
                  <a:lnTo>
                    <a:pt x="107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42"/>
            <p:cNvSpPr/>
            <p:nvPr/>
          </p:nvSpPr>
          <p:spPr>
            <a:xfrm>
              <a:off x="4869436" y="3545357"/>
              <a:ext cx="29394" cy="58679"/>
            </a:xfrm>
            <a:custGeom>
              <a:avLst/>
              <a:gdLst/>
              <a:ahLst/>
              <a:cxnLst/>
              <a:rect l="l" t="t" r="r" b="b"/>
              <a:pathLst>
                <a:path w="1077" h="2150" extrusionOk="0">
                  <a:moveTo>
                    <a:pt x="1" y="0"/>
                  </a:moveTo>
                  <a:lnTo>
                    <a:pt x="1" y="2149"/>
                  </a:lnTo>
                  <a:lnTo>
                    <a:pt x="1077" y="2149"/>
                  </a:lnTo>
                  <a:lnTo>
                    <a:pt x="10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42"/>
            <p:cNvSpPr/>
            <p:nvPr/>
          </p:nvSpPr>
          <p:spPr>
            <a:xfrm>
              <a:off x="4721893" y="3324424"/>
              <a:ext cx="500353" cy="352892"/>
            </a:xfrm>
            <a:custGeom>
              <a:avLst/>
              <a:gdLst/>
              <a:ahLst/>
              <a:cxnLst/>
              <a:rect l="l" t="t" r="r" b="b"/>
              <a:pathLst>
                <a:path w="18333" h="12930" extrusionOk="0">
                  <a:moveTo>
                    <a:pt x="5407" y="1616"/>
                  </a:moveTo>
                  <a:lnTo>
                    <a:pt x="5407" y="5950"/>
                  </a:lnTo>
                  <a:lnTo>
                    <a:pt x="2185" y="5950"/>
                  </a:lnTo>
                  <a:lnTo>
                    <a:pt x="2185" y="1616"/>
                  </a:lnTo>
                  <a:close/>
                  <a:moveTo>
                    <a:pt x="7556" y="1616"/>
                  </a:moveTo>
                  <a:lnTo>
                    <a:pt x="7556" y="5950"/>
                  </a:lnTo>
                  <a:lnTo>
                    <a:pt x="6479" y="5950"/>
                  </a:lnTo>
                  <a:lnTo>
                    <a:pt x="6479" y="1616"/>
                  </a:lnTo>
                  <a:close/>
                  <a:moveTo>
                    <a:pt x="11854" y="1616"/>
                  </a:moveTo>
                  <a:lnTo>
                    <a:pt x="11854" y="5950"/>
                  </a:lnTo>
                  <a:lnTo>
                    <a:pt x="8628" y="5950"/>
                  </a:lnTo>
                  <a:lnTo>
                    <a:pt x="8628" y="1616"/>
                  </a:lnTo>
                  <a:close/>
                  <a:moveTo>
                    <a:pt x="13999" y="1616"/>
                  </a:moveTo>
                  <a:lnTo>
                    <a:pt x="13999" y="5950"/>
                  </a:lnTo>
                  <a:lnTo>
                    <a:pt x="12923" y="5950"/>
                  </a:lnTo>
                  <a:lnTo>
                    <a:pt x="12923" y="1616"/>
                  </a:lnTo>
                  <a:close/>
                  <a:moveTo>
                    <a:pt x="16148" y="1616"/>
                  </a:moveTo>
                  <a:lnTo>
                    <a:pt x="16148" y="5950"/>
                  </a:lnTo>
                  <a:lnTo>
                    <a:pt x="15072" y="5950"/>
                  </a:lnTo>
                  <a:lnTo>
                    <a:pt x="15072" y="1616"/>
                  </a:lnTo>
                  <a:close/>
                  <a:moveTo>
                    <a:pt x="3261" y="7019"/>
                  </a:moveTo>
                  <a:lnTo>
                    <a:pt x="3261" y="11317"/>
                  </a:lnTo>
                  <a:lnTo>
                    <a:pt x="2185" y="11317"/>
                  </a:lnTo>
                  <a:lnTo>
                    <a:pt x="2185" y="7019"/>
                  </a:lnTo>
                  <a:close/>
                  <a:moveTo>
                    <a:pt x="9705" y="7019"/>
                  </a:moveTo>
                  <a:lnTo>
                    <a:pt x="9705" y="11317"/>
                  </a:lnTo>
                  <a:lnTo>
                    <a:pt x="8628" y="11317"/>
                  </a:lnTo>
                  <a:lnTo>
                    <a:pt x="8628" y="7019"/>
                  </a:lnTo>
                  <a:close/>
                  <a:moveTo>
                    <a:pt x="16148" y="7019"/>
                  </a:moveTo>
                  <a:lnTo>
                    <a:pt x="16148" y="11317"/>
                  </a:lnTo>
                  <a:lnTo>
                    <a:pt x="12923" y="11317"/>
                  </a:lnTo>
                  <a:lnTo>
                    <a:pt x="12923" y="7019"/>
                  </a:lnTo>
                  <a:close/>
                  <a:moveTo>
                    <a:pt x="7556" y="7026"/>
                  </a:moveTo>
                  <a:lnTo>
                    <a:pt x="7556" y="11320"/>
                  </a:lnTo>
                  <a:lnTo>
                    <a:pt x="4330" y="11320"/>
                  </a:lnTo>
                  <a:lnTo>
                    <a:pt x="4330" y="7026"/>
                  </a:lnTo>
                  <a:close/>
                  <a:moveTo>
                    <a:pt x="11854" y="7026"/>
                  </a:moveTo>
                  <a:lnTo>
                    <a:pt x="11854" y="11320"/>
                  </a:lnTo>
                  <a:lnTo>
                    <a:pt x="10777" y="11320"/>
                  </a:lnTo>
                  <a:lnTo>
                    <a:pt x="10777" y="7026"/>
                  </a:lnTo>
                  <a:close/>
                  <a:moveTo>
                    <a:pt x="1" y="0"/>
                  </a:moveTo>
                  <a:lnTo>
                    <a:pt x="1" y="12930"/>
                  </a:lnTo>
                  <a:lnTo>
                    <a:pt x="18332" y="12930"/>
                  </a:lnTo>
                  <a:lnTo>
                    <a:pt x="1833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42"/>
            <p:cNvSpPr/>
            <p:nvPr/>
          </p:nvSpPr>
          <p:spPr>
            <a:xfrm>
              <a:off x="4722002" y="3706656"/>
              <a:ext cx="500326" cy="118395"/>
            </a:xfrm>
            <a:custGeom>
              <a:avLst/>
              <a:gdLst/>
              <a:ahLst/>
              <a:cxnLst/>
              <a:rect l="l" t="t" r="r" b="b"/>
              <a:pathLst>
                <a:path w="18332" h="4338" extrusionOk="0">
                  <a:moveTo>
                    <a:pt x="0" y="1"/>
                  </a:moveTo>
                  <a:lnTo>
                    <a:pt x="0" y="2185"/>
                  </a:lnTo>
                  <a:lnTo>
                    <a:pt x="7552" y="2185"/>
                  </a:lnTo>
                  <a:lnTo>
                    <a:pt x="7552" y="3261"/>
                  </a:lnTo>
                  <a:lnTo>
                    <a:pt x="5403" y="3261"/>
                  </a:lnTo>
                  <a:lnTo>
                    <a:pt x="5403" y="4338"/>
                  </a:lnTo>
                  <a:lnTo>
                    <a:pt x="12926" y="4338"/>
                  </a:lnTo>
                  <a:lnTo>
                    <a:pt x="12926" y="3261"/>
                  </a:lnTo>
                  <a:lnTo>
                    <a:pt x="10777" y="3261"/>
                  </a:lnTo>
                  <a:lnTo>
                    <a:pt x="10777" y="2185"/>
                  </a:lnTo>
                  <a:lnTo>
                    <a:pt x="18332" y="2185"/>
                  </a:lnTo>
                  <a:lnTo>
                    <a:pt x="1833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06E7A-38DA-2EB2-A9A9-18AD9C9BD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3D666BF-5B1C-B166-C19F-AB0B030E01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576601"/>
            <a:ext cx="4572000" cy="3862479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131DE21-102A-AD48-B8B0-F474844E0D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4112" y="576600"/>
            <a:ext cx="4479888" cy="3519912"/>
          </a:xfrm>
          <a:prstGeom prst="rect">
            <a:avLst/>
          </a:prstGeom>
        </p:spPr>
      </p:pic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4ECB1CC4-B4E4-C32A-E02E-ECBE0EDB0EF6}"/>
              </a:ext>
            </a:extLst>
          </p:cNvPr>
          <p:cNvCxnSpPr/>
          <p:nvPr/>
        </p:nvCxnSpPr>
        <p:spPr>
          <a:xfrm>
            <a:off x="4664112" y="-134112"/>
            <a:ext cx="0" cy="57668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9246518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94AB02C-D3F4-8651-A102-D6B80DDF2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32" y="692150"/>
            <a:ext cx="4347359" cy="366261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44C37A9-E614-108D-9C8E-2DB6E2170E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692150"/>
            <a:ext cx="4387023" cy="3965194"/>
          </a:xfrm>
          <a:prstGeom prst="rect">
            <a:avLst/>
          </a:prstGeom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95A0D1F9-AA9B-CFE7-14E1-B5CE6F0ADD60}"/>
              </a:ext>
            </a:extLst>
          </p:cNvPr>
          <p:cNvCxnSpPr/>
          <p:nvPr/>
        </p:nvCxnSpPr>
        <p:spPr>
          <a:xfrm>
            <a:off x="4473843" y="-121920"/>
            <a:ext cx="0" cy="57668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2212615"/>
      </p:ext>
    </p:extLst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88685C-8544-0200-8269-0FDD6DCBF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B6826A5-21F9-BDEA-8533-29770E790D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3876" y="411238"/>
            <a:ext cx="4456248" cy="4321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199269"/>
      </p:ext>
    </p:extLst>
  </p:cSld>
  <p:clrMapOvr>
    <a:masterClrMapping/>
  </p:clrMapOvr>
  <p:transition spd="slow">
    <p:cover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E432290-4AFB-5F6D-F28C-C0A409713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30" y="377952"/>
            <a:ext cx="3879724" cy="40470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55F25B5-9034-DB51-5D7A-B2E84AC6DC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3648" y="377952"/>
            <a:ext cx="3682106" cy="4664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9088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p62"/>
          <p:cNvSpPr txBox="1">
            <a:spLocks noGrp="1"/>
          </p:cNvSpPr>
          <p:nvPr>
            <p:ph type="title"/>
          </p:nvPr>
        </p:nvSpPr>
        <p:spPr>
          <a:xfrm>
            <a:off x="2047167" y="200295"/>
            <a:ext cx="5682067" cy="214343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7200" dirty="0">
                <a:solidFill>
                  <a:srgbClr val="45818E"/>
                </a:solidFill>
              </a:rPr>
              <a:t>Спасибо </a:t>
            </a:r>
            <a:r>
              <a:rPr lang="ru-RU" dirty="0"/>
              <a:t>за внимание</a:t>
            </a:r>
            <a:r>
              <a:rPr lang="en" dirty="0">
                <a:solidFill>
                  <a:srgbClr val="0C343D"/>
                </a:solidFill>
              </a:rPr>
              <a:t>!</a:t>
            </a:r>
            <a:endParaRPr dirty="0">
              <a:solidFill>
                <a:srgbClr val="0C343D"/>
              </a:solidFill>
            </a:endParaRPr>
          </a:p>
        </p:txBody>
      </p:sp>
      <p:cxnSp>
        <p:nvCxnSpPr>
          <p:cNvPr id="1270" name="Google Shape;1270;p62"/>
          <p:cNvCxnSpPr>
            <a:cxnSpLocks/>
          </p:cNvCxnSpPr>
          <p:nvPr/>
        </p:nvCxnSpPr>
        <p:spPr>
          <a:xfrm rot="5400000">
            <a:off x="6776055" y="1162809"/>
            <a:ext cx="2655000" cy="145200"/>
          </a:xfrm>
          <a:prstGeom prst="bentConnector2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271" name="Google Shape;1271;p62"/>
          <p:cNvCxnSpPr>
            <a:cxnSpLocks/>
          </p:cNvCxnSpPr>
          <p:nvPr/>
        </p:nvCxnSpPr>
        <p:spPr>
          <a:xfrm rot="5400000">
            <a:off x="6984016" y="1498078"/>
            <a:ext cx="3005647" cy="117978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7" name="Google Shape;1776;p64">
            <a:extLst>
              <a:ext uri="{FF2B5EF4-FFF2-40B4-BE49-F238E27FC236}">
                <a16:creationId xmlns:a16="http://schemas.microsoft.com/office/drawing/2014/main" id="{E4D006AC-E8C1-39C5-B286-A0A9CF9D893C}"/>
              </a:ext>
            </a:extLst>
          </p:cNvPr>
          <p:cNvSpPr/>
          <p:nvPr/>
        </p:nvSpPr>
        <p:spPr>
          <a:xfrm>
            <a:off x="2176296" y="2571666"/>
            <a:ext cx="67234" cy="124016"/>
          </a:xfrm>
          <a:custGeom>
            <a:avLst/>
            <a:gdLst/>
            <a:ahLst/>
            <a:cxnLst/>
            <a:rect l="l" t="t" r="r" b="b"/>
            <a:pathLst>
              <a:path w="4104" h="7570" extrusionOk="0">
                <a:moveTo>
                  <a:pt x="1" y="1"/>
                </a:moveTo>
                <a:lnTo>
                  <a:pt x="1" y="7569"/>
                </a:lnTo>
                <a:lnTo>
                  <a:pt x="4104" y="7569"/>
                </a:lnTo>
                <a:lnTo>
                  <a:pt x="410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1777;p64">
            <a:extLst>
              <a:ext uri="{FF2B5EF4-FFF2-40B4-BE49-F238E27FC236}">
                <a16:creationId xmlns:a16="http://schemas.microsoft.com/office/drawing/2014/main" id="{598D8106-C10D-8E41-7F52-EFD90186C402}"/>
              </a:ext>
            </a:extLst>
          </p:cNvPr>
          <p:cNvSpPr/>
          <p:nvPr/>
        </p:nvSpPr>
        <p:spPr>
          <a:xfrm>
            <a:off x="2242017" y="2423284"/>
            <a:ext cx="396899" cy="316231"/>
          </a:xfrm>
          <a:custGeom>
            <a:avLst/>
            <a:gdLst/>
            <a:ahLst/>
            <a:cxnLst/>
            <a:rect l="l" t="t" r="r" b="b"/>
            <a:pathLst>
              <a:path w="24227" h="19303" extrusionOk="0">
                <a:moveTo>
                  <a:pt x="62" y="9059"/>
                </a:moveTo>
                <a:cubicBezTo>
                  <a:pt x="62" y="9059"/>
                  <a:pt x="5746" y="1034"/>
                  <a:pt x="16627" y="1"/>
                </a:cubicBezTo>
                <a:lnTo>
                  <a:pt x="16354" y="9089"/>
                </a:lnTo>
                <a:cubicBezTo>
                  <a:pt x="16323" y="10396"/>
                  <a:pt x="16688" y="11673"/>
                  <a:pt x="17478" y="12676"/>
                </a:cubicBezTo>
                <a:cubicBezTo>
                  <a:pt x="18542" y="13983"/>
                  <a:pt x="20579" y="15168"/>
                  <a:pt x="24226" y="14104"/>
                </a:cubicBezTo>
                <a:cubicBezTo>
                  <a:pt x="24226" y="14104"/>
                  <a:pt x="17843" y="17782"/>
                  <a:pt x="10183" y="18816"/>
                </a:cubicBezTo>
                <a:cubicBezTo>
                  <a:pt x="6657" y="19302"/>
                  <a:pt x="3040" y="18512"/>
                  <a:pt x="1" y="16627"/>
                </a:cubicBezTo>
                <a:lnTo>
                  <a:pt x="1" y="16627"/>
                </a:lnTo>
                <a:lnTo>
                  <a:pt x="1" y="9059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1778;p64">
            <a:extLst>
              <a:ext uri="{FF2B5EF4-FFF2-40B4-BE49-F238E27FC236}">
                <a16:creationId xmlns:a16="http://schemas.microsoft.com/office/drawing/2014/main" id="{0D0F0C36-DE3E-D9E3-13A2-5BC902C4F4D6}"/>
              </a:ext>
            </a:extLst>
          </p:cNvPr>
          <p:cNvSpPr/>
          <p:nvPr/>
        </p:nvSpPr>
        <p:spPr>
          <a:xfrm>
            <a:off x="2503266" y="2395403"/>
            <a:ext cx="314888" cy="265954"/>
          </a:xfrm>
          <a:custGeom>
            <a:avLst/>
            <a:gdLst/>
            <a:ahLst/>
            <a:cxnLst/>
            <a:rect l="l" t="t" r="r" b="b"/>
            <a:pathLst>
              <a:path w="19221" h="16234" extrusionOk="0">
                <a:moveTo>
                  <a:pt x="12838" y="1"/>
                </a:moveTo>
                <a:cubicBezTo>
                  <a:pt x="4509" y="548"/>
                  <a:pt x="588" y="4864"/>
                  <a:pt x="588" y="4864"/>
                </a:cubicBezTo>
                <a:lnTo>
                  <a:pt x="436" y="10791"/>
                </a:lnTo>
                <a:cubicBezTo>
                  <a:pt x="0" y="13945"/>
                  <a:pt x="2549" y="16234"/>
                  <a:pt x="5730" y="16234"/>
                </a:cubicBezTo>
                <a:cubicBezTo>
                  <a:pt x="6319" y="16234"/>
                  <a:pt x="6931" y="16155"/>
                  <a:pt x="7549" y="15989"/>
                </a:cubicBezTo>
                <a:lnTo>
                  <a:pt x="13141" y="14530"/>
                </a:lnTo>
                <a:lnTo>
                  <a:pt x="16333" y="11186"/>
                </a:lnTo>
                <a:lnTo>
                  <a:pt x="19221" y="7265"/>
                </a:lnTo>
                <a:lnTo>
                  <a:pt x="17488" y="5776"/>
                </a:lnTo>
                <a:lnTo>
                  <a:pt x="14084" y="7083"/>
                </a:lnTo>
                <a:lnTo>
                  <a:pt x="10953" y="8299"/>
                </a:lnTo>
                <a:lnTo>
                  <a:pt x="6181" y="8299"/>
                </a:lnTo>
                <a:lnTo>
                  <a:pt x="5421" y="6171"/>
                </a:lnTo>
                <a:cubicBezTo>
                  <a:pt x="9737" y="3891"/>
                  <a:pt x="12838" y="3648"/>
                  <a:pt x="12838" y="3648"/>
                </a:cubicBezTo>
                <a:lnTo>
                  <a:pt x="13476" y="2432"/>
                </a:lnTo>
                <a:lnTo>
                  <a:pt x="12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1779;p64">
            <a:extLst>
              <a:ext uri="{FF2B5EF4-FFF2-40B4-BE49-F238E27FC236}">
                <a16:creationId xmlns:a16="http://schemas.microsoft.com/office/drawing/2014/main" id="{36D60F4A-AE24-6EC0-622C-CB4C5EFBABA4}"/>
              </a:ext>
            </a:extLst>
          </p:cNvPr>
          <p:cNvSpPr/>
          <p:nvPr/>
        </p:nvSpPr>
        <p:spPr>
          <a:xfrm>
            <a:off x="1513557" y="2634898"/>
            <a:ext cx="145919" cy="186253"/>
          </a:xfrm>
          <a:custGeom>
            <a:avLst/>
            <a:gdLst/>
            <a:ahLst/>
            <a:cxnLst/>
            <a:rect l="l" t="t" r="r" b="b"/>
            <a:pathLst>
              <a:path w="8907" h="11369" extrusionOk="0">
                <a:moveTo>
                  <a:pt x="3740" y="1"/>
                </a:moveTo>
                <a:lnTo>
                  <a:pt x="1" y="5533"/>
                </a:lnTo>
                <a:lnTo>
                  <a:pt x="4712" y="11369"/>
                </a:lnTo>
                <a:lnTo>
                  <a:pt x="8907" y="7843"/>
                </a:lnTo>
                <a:lnTo>
                  <a:pt x="374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1780;p64">
            <a:extLst>
              <a:ext uri="{FF2B5EF4-FFF2-40B4-BE49-F238E27FC236}">
                <a16:creationId xmlns:a16="http://schemas.microsoft.com/office/drawing/2014/main" id="{C6F883BF-0245-6820-24EE-66483682D24E}"/>
              </a:ext>
            </a:extLst>
          </p:cNvPr>
          <p:cNvSpPr/>
          <p:nvPr/>
        </p:nvSpPr>
        <p:spPr>
          <a:xfrm>
            <a:off x="1373153" y="2725520"/>
            <a:ext cx="305255" cy="369999"/>
          </a:xfrm>
          <a:custGeom>
            <a:avLst/>
            <a:gdLst/>
            <a:ahLst/>
            <a:cxnLst/>
            <a:rect l="l" t="t" r="r" b="b"/>
            <a:pathLst>
              <a:path w="18633" h="22585" extrusionOk="0">
                <a:moveTo>
                  <a:pt x="8572" y="1"/>
                </a:moveTo>
                <a:cubicBezTo>
                  <a:pt x="2645" y="1065"/>
                  <a:pt x="426" y="9758"/>
                  <a:pt x="0" y="22190"/>
                </a:cubicBezTo>
                <a:cubicBezTo>
                  <a:pt x="0" y="22190"/>
                  <a:pt x="1824" y="22402"/>
                  <a:pt x="3313" y="21551"/>
                </a:cubicBezTo>
                <a:cubicBezTo>
                  <a:pt x="4013" y="21156"/>
                  <a:pt x="4712" y="20792"/>
                  <a:pt x="5532" y="20670"/>
                </a:cubicBezTo>
                <a:cubicBezTo>
                  <a:pt x="7265" y="20244"/>
                  <a:pt x="10122" y="19971"/>
                  <a:pt x="12311" y="21612"/>
                </a:cubicBezTo>
                <a:cubicBezTo>
                  <a:pt x="12311" y="21612"/>
                  <a:pt x="13283" y="22585"/>
                  <a:pt x="15168" y="21764"/>
                </a:cubicBezTo>
                <a:cubicBezTo>
                  <a:pt x="15168" y="21764"/>
                  <a:pt x="18633" y="9758"/>
                  <a:pt x="14408" y="3709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1781;p64">
            <a:extLst>
              <a:ext uri="{FF2B5EF4-FFF2-40B4-BE49-F238E27FC236}">
                <a16:creationId xmlns:a16="http://schemas.microsoft.com/office/drawing/2014/main" id="{D0AB7876-352C-895C-D664-754620D412F5}"/>
              </a:ext>
            </a:extLst>
          </p:cNvPr>
          <p:cNvSpPr/>
          <p:nvPr/>
        </p:nvSpPr>
        <p:spPr>
          <a:xfrm>
            <a:off x="1345272" y="3053802"/>
            <a:ext cx="198703" cy="255321"/>
          </a:xfrm>
          <a:custGeom>
            <a:avLst/>
            <a:gdLst/>
            <a:ahLst/>
            <a:cxnLst/>
            <a:rect l="l" t="t" r="r" b="b"/>
            <a:pathLst>
              <a:path w="12129" h="15585" extrusionOk="0">
                <a:moveTo>
                  <a:pt x="9279" y="1"/>
                </a:moveTo>
                <a:cubicBezTo>
                  <a:pt x="8415" y="1"/>
                  <a:pt x="7123" y="170"/>
                  <a:pt x="5958" y="995"/>
                </a:cubicBezTo>
                <a:cubicBezTo>
                  <a:pt x="5958" y="995"/>
                  <a:pt x="0" y="8563"/>
                  <a:pt x="4104" y="15585"/>
                </a:cubicBezTo>
                <a:lnTo>
                  <a:pt x="6353" y="14247"/>
                </a:lnTo>
                <a:cubicBezTo>
                  <a:pt x="6353" y="14247"/>
                  <a:pt x="3283" y="8411"/>
                  <a:pt x="7994" y="5098"/>
                </a:cubicBezTo>
                <a:lnTo>
                  <a:pt x="8663" y="4855"/>
                </a:lnTo>
                <a:lnTo>
                  <a:pt x="8663" y="6618"/>
                </a:lnTo>
                <a:lnTo>
                  <a:pt x="8663" y="13791"/>
                </a:lnTo>
                <a:lnTo>
                  <a:pt x="11672" y="13791"/>
                </a:lnTo>
                <a:lnTo>
                  <a:pt x="11672" y="6679"/>
                </a:lnTo>
                <a:lnTo>
                  <a:pt x="12128" y="569"/>
                </a:lnTo>
                <a:cubicBezTo>
                  <a:pt x="11429" y="235"/>
                  <a:pt x="10791" y="113"/>
                  <a:pt x="10274" y="83"/>
                </a:cubicBezTo>
                <a:cubicBezTo>
                  <a:pt x="10274" y="83"/>
                  <a:pt x="9880" y="1"/>
                  <a:pt x="927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1782;p64">
            <a:extLst>
              <a:ext uri="{FF2B5EF4-FFF2-40B4-BE49-F238E27FC236}">
                <a16:creationId xmlns:a16="http://schemas.microsoft.com/office/drawing/2014/main" id="{D7352EE5-B4B0-7D21-93D1-0F7BABD98627}"/>
              </a:ext>
            </a:extLst>
          </p:cNvPr>
          <p:cNvSpPr/>
          <p:nvPr/>
        </p:nvSpPr>
        <p:spPr>
          <a:xfrm>
            <a:off x="1571826" y="2442204"/>
            <a:ext cx="644864" cy="931198"/>
          </a:xfrm>
          <a:custGeom>
            <a:avLst/>
            <a:gdLst/>
            <a:ahLst/>
            <a:cxnLst/>
            <a:rect l="l" t="t" r="r" b="b"/>
            <a:pathLst>
              <a:path w="39363" h="56841" extrusionOk="0">
                <a:moveTo>
                  <a:pt x="39211" y="12463"/>
                </a:moveTo>
                <a:cubicBezTo>
                  <a:pt x="38846" y="20700"/>
                  <a:pt x="37326" y="37904"/>
                  <a:pt x="31551" y="48938"/>
                </a:cubicBezTo>
                <a:cubicBezTo>
                  <a:pt x="28663" y="54470"/>
                  <a:pt x="22888" y="56841"/>
                  <a:pt x="17569" y="56050"/>
                </a:cubicBezTo>
                <a:cubicBezTo>
                  <a:pt x="13496" y="55442"/>
                  <a:pt x="9666" y="53011"/>
                  <a:pt x="7538" y="48695"/>
                </a:cubicBezTo>
                <a:cubicBezTo>
                  <a:pt x="3648" y="40913"/>
                  <a:pt x="1246" y="28785"/>
                  <a:pt x="243" y="12767"/>
                </a:cubicBezTo>
                <a:cubicBezTo>
                  <a:pt x="0" y="9393"/>
                  <a:pt x="1794" y="6262"/>
                  <a:pt x="4712" y="4682"/>
                </a:cubicBezTo>
                <a:cubicBezTo>
                  <a:pt x="5198" y="4408"/>
                  <a:pt x="5745" y="4165"/>
                  <a:pt x="6322" y="3983"/>
                </a:cubicBezTo>
                <a:cubicBezTo>
                  <a:pt x="6930" y="3800"/>
                  <a:pt x="7508" y="3618"/>
                  <a:pt x="8207" y="3436"/>
                </a:cubicBezTo>
                <a:cubicBezTo>
                  <a:pt x="15380" y="1521"/>
                  <a:pt x="25989" y="1"/>
                  <a:pt x="34590" y="4378"/>
                </a:cubicBezTo>
                <a:cubicBezTo>
                  <a:pt x="34682" y="4408"/>
                  <a:pt x="34773" y="4469"/>
                  <a:pt x="34894" y="4530"/>
                </a:cubicBezTo>
                <a:cubicBezTo>
                  <a:pt x="37660" y="6141"/>
                  <a:pt x="39363" y="9180"/>
                  <a:pt x="39211" y="12463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1783;p64">
            <a:extLst>
              <a:ext uri="{FF2B5EF4-FFF2-40B4-BE49-F238E27FC236}">
                <a16:creationId xmlns:a16="http://schemas.microsoft.com/office/drawing/2014/main" id="{9336A521-390B-2232-5450-80CD45B28D5B}"/>
              </a:ext>
            </a:extLst>
          </p:cNvPr>
          <p:cNvSpPr/>
          <p:nvPr/>
        </p:nvSpPr>
        <p:spPr>
          <a:xfrm>
            <a:off x="1571826" y="2442204"/>
            <a:ext cx="570668" cy="918256"/>
          </a:xfrm>
          <a:custGeom>
            <a:avLst/>
            <a:gdLst/>
            <a:ahLst/>
            <a:cxnLst/>
            <a:rect l="l" t="t" r="r" b="b"/>
            <a:pathLst>
              <a:path w="34834" h="56051" extrusionOk="0">
                <a:moveTo>
                  <a:pt x="34834" y="4560"/>
                </a:moveTo>
                <a:cubicBezTo>
                  <a:pt x="26171" y="1"/>
                  <a:pt x="15472" y="1521"/>
                  <a:pt x="8177" y="3466"/>
                </a:cubicBezTo>
                <a:cubicBezTo>
                  <a:pt x="7508" y="3648"/>
                  <a:pt x="6870" y="3831"/>
                  <a:pt x="6262" y="3983"/>
                </a:cubicBezTo>
                <a:cubicBezTo>
                  <a:pt x="5684" y="4135"/>
                  <a:pt x="5167" y="4378"/>
                  <a:pt x="4681" y="4682"/>
                </a:cubicBezTo>
                <a:cubicBezTo>
                  <a:pt x="1794" y="6232"/>
                  <a:pt x="0" y="9332"/>
                  <a:pt x="183" y="12767"/>
                </a:cubicBezTo>
                <a:cubicBezTo>
                  <a:pt x="1216" y="28785"/>
                  <a:pt x="3617" y="40913"/>
                  <a:pt x="7478" y="48695"/>
                </a:cubicBezTo>
                <a:cubicBezTo>
                  <a:pt x="9605" y="53011"/>
                  <a:pt x="13435" y="55442"/>
                  <a:pt x="17508" y="56050"/>
                </a:cubicBezTo>
                <a:cubicBezTo>
                  <a:pt x="10608" y="42403"/>
                  <a:pt x="7326" y="31673"/>
                  <a:pt x="6140" y="23405"/>
                </a:cubicBezTo>
                <a:cubicBezTo>
                  <a:pt x="5046" y="15685"/>
                  <a:pt x="11095" y="8724"/>
                  <a:pt x="18876" y="8876"/>
                </a:cubicBezTo>
                <a:lnTo>
                  <a:pt x="19666" y="8876"/>
                </a:lnTo>
                <a:cubicBezTo>
                  <a:pt x="27022" y="8876"/>
                  <a:pt x="33131" y="7053"/>
                  <a:pt x="34834" y="4560"/>
                </a:cubicBezTo>
                <a:close/>
              </a:path>
            </a:pathLst>
          </a:custGeom>
          <a:solidFill>
            <a:srgbClr val="134F5C">
              <a:alpha val="566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1784;p64">
            <a:extLst>
              <a:ext uri="{FF2B5EF4-FFF2-40B4-BE49-F238E27FC236}">
                <a16:creationId xmlns:a16="http://schemas.microsoft.com/office/drawing/2014/main" id="{C058DE3A-A0EA-4871-9BAA-1F74AEC2DACC}"/>
              </a:ext>
            </a:extLst>
          </p:cNvPr>
          <p:cNvSpPr/>
          <p:nvPr/>
        </p:nvSpPr>
        <p:spPr>
          <a:xfrm>
            <a:off x="1302452" y="1611686"/>
            <a:ext cx="986456" cy="960064"/>
          </a:xfrm>
          <a:custGeom>
            <a:avLst/>
            <a:gdLst/>
            <a:ahLst/>
            <a:cxnLst/>
            <a:rect l="l" t="t" r="r" b="b"/>
            <a:pathLst>
              <a:path w="60214" h="58603" extrusionOk="0">
                <a:moveTo>
                  <a:pt x="60032" y="33982"/>
                </a:moveTo>
                <a:cubicBezTo>
                  <a:pt x="58968" y="49788"/>
                  <a:pt x="41794" y="54347"/>
                  <a:pt x="38451" y="55077"/>
                </a:cubicBezTo>
                <a:cubicBezTo>
                  <a:pt x="37964" y="55168"/>
                  <a:pt x="37508" y="55290"/>
                  <a:pt x="36992" y="55442"/>
                </a:cubicBezTo>
                <a:cubicBezTo>
                  <a:pt x="35533" y="55867"/>
                  <a:pt x="34104" y="56171"/>
                  <a:pt x="32797" y="56445"/>
                </a:cubicBezTo>
                <a:cubicBezTo>
                  <a:pt x="20943" y="58603"/>
                  <a:pt x="13678" y="54834"/>
                  <a:pt x="9332" y="50548"/>
                </a:cubicBezTo>
                <a:cubicBezTo>
                  <a:pt x="5836" y="47052"/>
                  <a:pt x="3708" y="42493"/>
                  <a:pt x="3009" y="37630"/>
                </a:cubicBezTo>
                <a:cubicBezTo>
                  <a:pt x="0" y="16961"/>
                  <a:pt x="10304" y="8480"/>
                  <a:pt x="17690" y="5137"/>
                </a:cubicBezTo>
                <a:cubicBezTo>
                  <a:pt x="21551" y="3404"/>
                  <a:pt x="24590" y="3009"/>
                  <a:pt x="24590" y="3009"/>
                </a:cubicBezTo>
                <a:cubicBezTo>
                  <a:pt x="37083" y="0"/>
                  <a:pt x="45898" y="3100"/>
                  <a:pt x="51946" y="10912"/>
                </a:cubicBezTo>
                <a:cubicBezTo>
                  <a:pt x="55047" y="14894"/>
                  <a:pt x="57418" y="20152"/>
                  <a:pt x="59150" y="26414"/>
                </a:cubicBezTo>
                <a:cubicBezTo>
                  <a:pt x="59880" y="28876"/>
                  <a:pt x="60214" y="31429"/>
                  <a:pt x="60032" y="33982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1785;p64">
            <a:extLst>
              <a:ext uri="{FF2B5EF4-FFF2-40B4-BE49-F238E27FC236}">
                <a16:creationId xmlns:a16="http://schemas.microsoft.com/office/drawing/2014/main" id="{C2518955-F8E6-27E7-EC99-6227D781E32F}"/>
              </a:ext>
            </a:extLst>
          </p:cNvPr>
          <p:cNvSpPr/>
          <p:nvPr/>
        </p:nvSpPr>
        <p:spPr>
          <a:xfrm>
            <a:off x="1302452" y="1695820"/>
            <a:ext cx="537313" cy="875923"/>
          </a:xfrm>
          <a:custGeom>
            <a:avLst/>
            <a:gdLst/>
            <a:ahLst/>
            <a:cxnLst/>
            <a:rect l="l" t="t" r="r" b="b"/>
            <a:pathLst>
              <a:path w="32798" h="53467" extrusionOk="0">
                <a:moveTo>
                  <a:pt x="32797" y="51309"/>
                </a:moveTo>
                <a:cubicBezTo>
                  <a:pt x="20943" y="53467"/>
                  <a:pt x="13678" y="49698"/>
                  <a:pt x="9332" y="45412"/>
                </a:cubicBezTo>
                <a:cubicBezTo>
                  <a:pt x="5836" y="41916"/>
                  <a:pt x="3708" y="37357"/>
                  <a:pt x="3009" y="32494"/>
                </a:cubicBezTo>
                <a:cubicBezTo>
                  <a:pt x="0" y="11825"/>
                  <a:pt x="10304" y="3344"/>
                  <a:pt x="17690" y="1"/>
                </a:cubicBezTo>
                <a:cubicBezTo>
                  <a:pt x="10699" y="12949"/>
                  <a:pt x="122" y="41157"/>
                  <a:pt x="32797" y="51309"/>
                </a:cubicBezTo>
                <a:close/>
              </a:path>
            </a:pathLst>
          </a:custGeom>
          <a:solidFill>
            <a:srgbClr val="134F5C">
              <a:alpha val="566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1786;p64">
            <a:extLst>
              <a:ext uri="{FF2B5EF4-FFF2-40B4-BE49-F238E27FC236}">
                <a16:creationId xmlns:a16="http://schemas.microsoft.com/office/drawing/2014/main" id="{F229C750-D6FD-1F1C-9D25-FB24C448C211}"/>
              </a:ext>
            </a:extLst>
          </p:cNvPr>
          <p:cNvSpPr/>
          <p:nvPr/>
        </p:nvSpPr>
        <p:spPr>
          <a:xfrm>
            <a:off x="1550907" y="1770699"/>
            <a:ext cx="723058" cy="512068"/>
          </a:xfrm>
          <a:custGeom>
            <a:avLst/>
            <a:gdLst/>
            <a:ahLst/>
            <a:cxnLst/>
            <a:rect l="l" t="t" r="r" b="b"/>
            <a:pathLst>
              <a:path w="44136" h="31257" extrusionOk="0">
                <a:moveTo>
                  <a:pt x="27905" y="1"/>
                </a:moveTo>
                <a:cubicBezTo>
                  <a:pt x="24936" y="1"/>
                  <a:pt x="21964" y="419"/>
                  <a:pt x="19089" y="1296"/>
                </a:cubicBezTo>
                <a:cubicBezTo>
                  <a:pt x="10700" y="3789"/>
                  <a:pt x="5198" y="9290"/>
                  <a:pt x="1551" y="16676"/>
                </a:cubicBezTo>
                <a:cubicBezTo>
                  <a:pt x="335" y="19108"/>
                  <a:pt x="1" y="21874"/>
                  <a:pt x="639" y="24549"/>
                </a:cubicBezTo>
                <a:cubicBezTo>
                  <a:pt x="1437" y="27790"/>
                  <a:pt x="3830" y="31257"/>
                  <a:pt x="10420" y="31257"/>
                </a:cubicBezTo>
                <a:cubicBezTo>
                  <a:pt x="11863" y="31257"/>
                  <a:pt x="13508" y="31091"/>
                  <a:pt x="15381" y="30719"/>
                </a:cubicBezTo>
                <a:cubicBezTo>
                  <a:pt x="15381" y="30719"/>
                  <a:pt x="31764" y="28136"/>
                  <a:pt x="39819" y="23941"/>
                </a:cubicBezTo>
                <a:cubicBezTo>
                  <a:pt x="42494" y="22512"/>
                  <a:pt x="44135" y="19716"/>
                  <a:pt x="44014" y="16707"/>
                </a:cubicBezTo>
                <a:cubicBezTo>
                  <a:pt x="42281" y="10445"/>
                  <a:pt x="39910" y="5187"/>
                  <a:pt x="36779" y="1235"/>
                </a:cubicBezTo>
                <a:cubicBezTo>
                  <a:pt x="33894" y="426"/>
                  <a:pt x="30901" y="1"/>
                  <a:pt x="279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1787;p64">
            <a:extLst>
              <a:ext uri="{FF2B5EF4-FFF2-40B4-BE49-F238E27FC236}">
                <a16:creationId xmlns:a16="http://schemas.microsoft.com/office/drawing/2014/main" id="{7AC37BB0-BDCA-B680-C6AC-82B1F60042C7}"/>
              </a:ext>
            </a:extLst>
          </p:cNvPr>
          <p:cNvSpPr/>
          <p:nvPr/>
        </p:nvSpPr>
        <p:spPr>
          <a:xfrm>
            <a:off x="1810321" y="2066776"/>
            <a:ext cx="129979" cy="66251"/>
          </a:xfrm>
          <a:custGeom>
            <a:avLst/>
            <a:gdLst/>
            <a:ahLst/>
            <a:cxnLst/>
            <a:rect l="l" t="t" r="r" b="b"/>
            <a:pathLst>
              <a:path w="7934" h="4044" extrusionOk="0">
                <a:moveTo>
                  <a:pt x="7721" y="2280"/>
                </a:moveTo>
                <a:cubicBezTo>
                  <a:pt x="7721" y="2280"/>
                  <a:pt x="5472" y="1"/>
                  <a:pt x="1581" y="1490"/>
                </a:cubicBezTo>
                <a:cubicBezTo>
                  <a:pt x="1125" y="1672"/>
                  <a:pt x="639" y="1976"/>
                  <a:pt x="335" y="2402"/>
                </a:cubicBezTo>
                <a:cubicBezTo>
                  <a:pt x="31" y="2767"/>
                  <a:pt x="1" y="3435"/>
                  <a:pt x="396" y="3739"/>
                </a:cubicBezTo>
                <a:cubicBezTo>
                  <a:pt x="852" y="4043"/>
                  <a:pt x="1399" y="3830"/>
                  <a:pt x="1824" y="3618"/>
                </a:cubicBezTo>
                <a:cubicBezTo>
                  <a:pt x="2372" y="3314"/>
                  <a:pt x="2919" y="3010"/>
                  <a:pt x="3527" y="2827"/>
                </a:cubicBezTo>
                <a:cubicBezTo>
                  <a:pt x="4864" y="2402"/>
                  <a:pt x="6262" y="2311"/>
                  <a:pt x="7630" y="2615"/>
                </a:cubicBezTo>
                <a:cubicBezTo>
                  <a:pt x="7812" y="2675"/>
                  <a:pt x="7934" y="2311"/>
                  <a:pt x="7721" y="228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1788;p64">
            <a:extLst>
              <a:ext uri="{FF2B5EF4-FFF2-40B4-BE49-F238E27FC236}">
                <a16:creationId xmlns:a16="http://schemas.microsoft.com/office/drawing/2014/main" id="{7958EBBD-7125-33E2-F848-1652C866BA0C}"/>
              </a:ext>
            </a:extLst>
          </p:cNvPr>
          <p:cNvSpPr/>
          <p:nvPr/>
        </p:nvSpPr>
        <p:spPr>
          <a:xfrm>
            <a:off x="2169825" y="1976154"/>
            <a:ext cx="59272" cy="66251"/>
          </a:xfrm>
          <a:custGeom>
            <a:avLst/>
            <a:gdLst/>
            <a:ahLst/>
            <a:cxnLst/>
            <a:rect l="l" t="t" r="r" b="b"/>
            <a:pathLst>
              <a:path w="3618" h="4044" extrusionOk="0">
                <a:moveTo>
                  <a:pt x="2493" y="153"/>
                </a:moveTo>
                <a:cubicBezTo>
                  <a:pt x="1733" y="1"/>
                  <a:pt x="1003" y="365"/>
                  <a:pt x="578" y="973"/>
                </a:cubicBezTo>
                <a:cubicBezTo>
                  <a:pt x="0" y="1764"/>
                  <a:pt x="244" y="4043"/>
                  <a:pt x="244" y="4043"/>
                </a:cubicBezTo>
                <a:cubicBezTo>
                  <a:pt x="244" y="4013"/>
                  <a:pt x="274" y="3982"/>
                  <a:pt x="274" y="3922"/>
                </a:cubicBezTo>
                <a:cubicBezTo>
                  <a:pt x="304" y="3891"/>
                  <a:pt x="335" y="3861"/>
                  <a:pt x="335" y="3770"/>
                </a:cubicBezTo>
                <a:lnTo>
                  <a:pt x="335" y="3739"/>
                </a:lnTo>
                <a:cubicBezTo>
                  <a:pt x="517" y="3526"/>
                  <a:pt x="700" y="3283"/>
                  <a:pt x="912" y="3101"/>
                </a:cubicBezTo>
                <a:cubicBezTo>
                  <a:pt x="1216" y="2888"/>
                  <a:pt x="1551" y="2767"/>
                  <a:pt x="1946" y="2675"/>
                </a:cubicBezTo>
                <a:cubicBezTo>
                  <a:pt x="2584" y="2523"/>
                  <a:pt x="3344" y="2371"/>
                  <a:pt x="3496" y="1612"/>
                </a:cubicBezTo>
                <a:cubicBezTo>
                  <a:pt x="3618" y="973"/>
                  <a:pt x="3131" y="274"/>
                  <a:pt x="2493" y="15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1789;p64">
            <a:extLst>
              <a:ext uri="{FF2B5EF4-FFF2-40B4-BE49-F238E27FC236}">
                <a16:creationId xmlns:a16="http://schemas.microsoft.com/office/drawing/2014/main" id="{967F9E3C-38C4-17D4-20FD-889EF97F3429}"/>
              </a:ext>
            </a:extLst>
          </p:cNvPr>
          <p:cNvSpPr/>
          <p:nvPr/>
        </p:nvSpPr>
        <p:spPr>
          <a:xfrm>
            <a:off x="1766010" y="2705616"/>
            <a:ext cx="257959" cy="231567"/>
          </a:xfrm>
          <a:custGeom>
            <a:avLst/>
            <a:gdLst/>
            <a:ahLst/>
            <a:cxnLst/>
            <a:rect l="l" t="t" r="r" b="b"/>
            <a:pathLst>
              <a:path w="15746" h="14135" extrusionOk="0">
                <a:moveTo>
                  <a:pt x="7873" y="0"/>
                </a:moveTo>
                <a:cubicBezTo>
                  <a:pt x="3526" y="0"/>
                  <a:pt x="1" y="3161"/>
                  <a:pt x="1" y="7052"/>
                </a:cubicBezTo>
                <a:cubicBezTo>
                  <a:pt x="1" y="10943"/>
                  <a:pt x="3526" y="14134"/>
                  <a:pt x="7873" y="14134"/>
                </a:cubicBezTo>
                <a:cubicBezTo>
                  <a:pt x="12220" y="14134"/>
                  <a:pt x="15745" y="10943"/>
                  <a:pt x="15745" y="7052"/>
                </a:cubicBezTo>
                <a:cubicBezTo>
                  <a:pt x="15745" y="3161"/>
                  <a:pt x="12220" y="0"/>
                  <a:pt x="787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1790;p64">
            <a:extLst>
              <a:ext uri="{FF2B5EF4-FFF2-40B4-BE49-F238E27FC236}">
                <a16:creationId xmlns:a16="http://schemas.microsoft.com/office/drawing/2014/main" id="{4A8D7ABB-58F3-8191-F29A-65E12695F672}"/>
              </a:ext>
            </a:extLst>
          </p:cNvPr>
          <p:cNvSpPr/>
          <p:nvPr/>
        </p:nvSpPr>
        <p:spPr>
          <a:xfrm>
            <a:off x="1798379" y="2734497"/>
            <a:ext cx="193215" cy="173294"/>
          </a:xfrm>
          <a:custGeom>
            <a:avLst/>
            <a:gdLst/>
            <a:ahLst/>
            <a:cxnLst/>
            <a:rect l="l" t="t" r="r" b="b"/>
            <a:pathLst>
              <a:path w="11794" h="10578" extrusionOk="0">
                <a:moveTo>
                  <a:pt x="11794" y="5289"/>
                </a:moveTo>
                <a:cubicBezTo>
                  <a:pt x="11794" y="8207"/>
                  <a:pt x="9149" y="10578"/>
                  <a:pt x="5897" y="10578"/>
                </a:cubicBezTo>
                <a:cubicBezTo>
                  <a:pt x="2645" y="10578"/>
                  <a:pt x="0" y="8207"/>
                  <a:pt x="0" y="5289"/>
                </a:cubicBezTo>
                <a:cubicBezTo>
                  <a:pt x="0" y="2371"/>
                  <a:pt x="2645" y="0"/>
                  <a:pt x="5897" y="0"/>
                </a:cubicBezTo>
                <a:cubicBezTo>
                  <a:pt x="9149" y="0"/>
                  <a:pt x="11794" y="2371"/>
                  <a:pt x="11794" y="528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1791;p64">
            <a:extLst>
              <a:ext uri="{FF2B5EF4-FFF2-40B4-BE49-F238E27FC236}">
                <a16:creationId xmlns:a16="http://schemas.microsoft.com/office/drawing/2014/main" id="{EF3A6BFE-0440-C023-42BC-2EDFC8CF1765}"/>
              </a:ext>
            </a:extLst>
          </p:cNvPr>
          <p:cNvSpPr/>
          <p:nvPr/>
        </p:nvSpPr>
        <p:spPr>
          <a:xfrm>
            <a:off x="2495469" y="2043498"/>
            <a:ext cx="372489" cy="423651"/>
          </a:xfrm>
          <a:custGeom>
            <a:avLst/>
            <a:gdLst/>
            <a:ahLst/>
            <a:cxnLst/>
            <a:rect l="l" t="t" r="r" b="b"/>
            <a:pathLst>
              <a:path w="22737" h="25860" extrusionOk="0">
                <a:moveTo>
                  <a:pt x="11095" y="631"/>
                </a:moveTo>
                <a:lnTo>
                  <a:pt x="11095" y="8899"/>
                </a:lnTo>
                <a:lnTo>
                  <a:pt x="1034" y="4309"/>
                </a:lnTo>
                <a:lnTo>
                  <a:pt x="11095" y="631"/>
                </a:lnTo>
                <a:close/>
                <a:moveTo>
                  <a:pt x="11611" y="631"/>
                </a:moveTo>
                <a:lnTo>
                  <a:pt x="21703" y="4279"/>
                </a:lnTo>
                <a:lnTo>
                  <a:pt x="11611" y="8899"/>
                </a:lnTo>
                <a:lnTo>
                  <a:pt x="11611" y="631"/>
                </a:lnTo>
                <a:close/>
                <a:moveTo>
                  <a:pt x="22128" y="4704"/>
                </a:moveTo>
                <a:lnTo>
                  <a:pt x="22159" y="19385"/>
                </a:lnTo>
                <a:lnTo>
                  <a:pt x="11642" y="14431"/>
                </a:lnTo>
                <a:lnTo>
                  <a:pt x="11642" y="9507"/>
                </a:lnTo>
                <a:lnTo>
                  <a:pt x="11611" y="9507"/>
                </a:lnTo>
                <a:lnTo>
                  <a:pt x="22128" y="4704"/>
                </a:lnTo>
                <a:close/>
                <a:moveTo>
                  <a:pt x="578" y="4704"/>
                </a:moveTo>
                <a:lnTo>
                  <a:pt x="11064" y="9507"/>
                </a:lnTo>
                <a:lnTo>
                  <a:pt x="11064" y="14431"/>
                </a:lnTo>
                <a:lnTo>
                  <a:pt x="578" y="19416"/>
                </a:lnTo>
                <a:lnTo>
                  <a:pt x="578" y="4704"/>
                </a:lnTo>
                <a:close/>
                <a:moveTo>
                  <a:pt x="11095" y="15039"/>
                </a:moveTo>
                <a:lnTo>
                  <a:pt x="11095" y="25161"/>
                </a:lnTo>
                <a:lnTo>
                  <a:pt x="912" y="19902"/>
                </a:lnTo>
                <a:lnTo>
                  <a:pt x="11095" y="15039"/>
                </a:lnTo>
                <a:close/>
                <a:moveTo>
                  <a:pt x="11611" y="15039"/>
                </a:moveTo>
                <a:lnTo>
                  <a:pt x="21824" y="19841"/>
                </a:lnTo>
                <a:lnTo>
                  <a:pt x="11611" y="25161"/>
                </a:lnTo>
                <a:lnTo>
                  <a:pt x="11611" y="15039"/>
                </a:lnTo>
                <a:close/>
                <a:moveTo>
                  <a:pt x="11338" y="1"/>
                </a:moveTo>
                <a:cubicBezTo>
                  <a:pt x="11307" y="1"/>
                  <a:pt x="11277" y="8"/>
                  <a:pt x="11247" y="23"/>
                </a:cubicBezTo>
                <a:lnTo>
                  <a:pt x="183" y="4036"/>
                </a:lnTo>
                <a:lnTo>
                  <a:pt x="122" y="4036"/>
                </a:lnTo>
                <a:lnTo>
                  <a:pt x="61" y="4096"/>
                </a:lnTo>
                <a:lnTo>
                  <a:pt x="31" y="4127"/>
                </a:lnTo>
                <a:cubicBezTo>
                  <a:pt x="0" y="4157"/>
                  <a:pt x="0" y="4188"/>
                  <a:pt x="0" y="4248"/>
                </a:cubicBezTo>
                <a:lnTo>
                  <a:pt x="0" y="4279"/>
                </a:lnTo>
                <a:lnTo>
                  <a:pt x="0" y="19841"/>
                </a:lnTo>
                <a:cubicBezTo>
                  <a:pt x="0" y="19902"/>
                  <a:pt x="0" y="19933"/>
                  <a:pt x="31" y="19963"/>
                </a:cubicBezTo>
                <a:cubicBezTo>
                  <a:pt x="31" y="19993"/>
                  <a:pt x="61" y="19993"/>
                  <a:pt x="61" y="20054"/>
                </a:cubicBezTo>
                <a:lnTo>
                  <a:pt x="122" y="20084"/>
                </a:lnTo>
                <a:lnTo>
                  <a:pt x="11155" y="25829"/>
                </a:lnTo>
                <a:cubicBezTo>
                  <a:pt x="11216" y="25860"/>
                  <a:pt x="11247" y="25860"/>
                  <a:pt x="11277" y="25860"/>
                </a:cubicBezTo>
                <a:cubicBezTo>
                  <a:pt x="11307" y="25860"/>
                  <a:pt x="11368" y="25860"/>
                  <a:pt x="11399" y="25829"/>
                </a:cubicBezTo>
                <a:lnTo>
                  <a:pt x="22493" y="19993"/>
                </a:lnTo>
                <a:lnTo>
                  <a:pt x="22523" y="19963"/>
                </a:lnTo>
                <a:cubicBezTo>
                  <a:pt x="22554" y="19933"/>
                  <a:pt x="22554" y="19933"/>
                  <a:pt x="22554" y="19902"/>
                </a:cubicBezTo>
                <a:cubicBezTo>
                  <a:pt x="22736" y="19902"/>
                  <a:pt x="22736" y="19841"/>
                  <a:pt x="22736" y="19811"/>
                </a:cubicBezTo>
                <a:lnTo>
                  <a:pt x="22675" y="4279"/>
                </a:lnTo>
                <a:lnTo>
                  <a:pt x="22675" y="4248"/>
                </a:lnTo>
                <a:cubicBezTo>
                  <a:pt x="22675" y="4188"/>
                  <a:pt x="22675" y="4157"/>
                  <a:pt x="22645" y="4127"/>
                </a:cubicBezTo>
                <a:lnTo>
                  <a:pt x="22615" y="4096"/>
                </a:lnTo>
                <a:lnTo>
                  <a:pt x="22554" y="4036"/>
                </a:lnTo>
                <a:lnTo>
                  <a:pt x="22493" y="4036"/>
                </a:lnTo>
                <a:lnTo>
                  <a:pt x="11429" y="23"/>
                </a:lnTo>
                <a:cubicBezTo>
                  <a:pt x="11399" y="8"/>
                  <a:pt x="11368" y="1"/>
                  <a:pt x="1133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C01A138-914A-3149-516A-4F26E9DDD39B}"/>
              </a:ext>
            </a:extLst>
          </p:cNvPr>
          <p:cNvSpPr txBox="1"/>
          <p:nvPr/>
        </p:nvSpPr>
        <p:spPr>
          <a:xfrm>
            <a:off x="4618063" y="2696689"/>
            <a:ext cx="34211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b="1" dirty="0">
                <a:solidFill>
                  <a:srgbClr val="0C343D"/>
                </a:solidFill>
              </a:rPr>
              <a:t>Пользуйтесь с </a:t>
            </a:r>
            <a:r>
              <a:rPr lang="ru-RU" sz="1600" b="1" dirty="0">
                <a:solidFill>
                  <a:srgbClr val="45818E"/>
                </a:solidFill>
              </a:rPr>
              <a:t>удовольствием!</a:t>
            </a:r>
          </a:p>
        </p:txBody>
      </p:sp>
      <p:cxnSp>
        <p:nvCxnSpPr>
          <p:cNvPr id="54" name="Google Shape;1270;p62">
            <a:extLst>
              <a:ext uri="{FF2B5EF4-FFF2-40B4-BE49-F238E27FC236}">
                <a16:creationId xmlns:a16="http://schemas.microsoft.com/office/drawing/2014/main" id="{F5F9AA9F-4E2B-1A22-5EEF-D832B65AD6CC}"/>
              </a:ext>
            </a:extLst>
          </p:cNvPr>
          <p:cNvCxnSpPr>
            <a:cxnSpLocks/>
          </p:cNvCxnSpPr>
          <p:nvPr/>
        </p:nvCxnSpPr>
        <p:spPr>
          <a:xfrm rot="10800000" flipV="1">
            <a:off x="764167" y="2563701"/>
            <a:ext cx="6953416" cy="639877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60" name="Google Shape;1270;p62">
            <a:extLst>
              <a:ext uri="{FF2B5EF4-FFF2-40B4-BE49-F238E27FC236}">
                <a16:creationId xmlns:a16="http://schemas.microsoft.com/office/drawing/2014/main" id="{280F5F0B-3944-343F-5D2A-7118507D1A98}"/>
              </a:ext>
            </a:extLst>
          </p:cNvPr>
          <p:cNvCxnSpPr>
            <a:cxnSpLocks/>
          </p:cNvCxnSpPr>
          <p:nvPr/>
        </p:nvCxnSpPr>
        <p:spPr>
          <a:xfrm rot="10800000">
            <a:off x="4770806" y="3203579"/>
            <a:ext cx="4373194" cy="404686"/>
          </a:xfrm>
          <a:prstGeom prst="bentConnector3">
            <a:avLst>
              <a:gd name="adj1" fmla="val 21294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217" name="Прямоугольник 1216">
            <a:extLst>
              <a:ext uri="{FF2B5EF4-FFF2-40B4-BE49-F238E27FC236}">
                <a16:creationId xmlns:a16="http://schemas.microsoft.com/office/drawing/2014/main" id="{0C2ECD8E-3679-6C8B-51C0-04AC1118A82F}"/>
              </a:ext>
            </a:extLst>
          </p:cNvPr>
          <p:cNvSpPr/>
          <p:nvPr/>
        </p:nvSpPr>
        <p:spPr>
          <a:xfrm>
            <a:off x="829159" y="3608265"/>
            <a:ext cx="4734733" cy="883097"/>
          </a:xfrm>
          <a:prstGeom prst="rect">
            <a:avLst/>
          </a:prstGeom>
          <a:solidFill>
            <a:srgbClr val="F3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18" name="TextBox 1217">
            <a:extLst>
              <a:ext uri="{FF2B5EF4-FFF2-40B4-BE49-F238E27FC236}">
                <a16:creationId xmlns:a16="http://schemas.microsoft.com/office/drawing/2014/main" id="{23B7D6A0-07D2-6CE9-F155-CF33584A4EF8}"/>
              </a:ext>
            </a:extLst>
          </p:cNvPr>
          <p:cNvSpPr txBox="1"/>
          <p:nvPr/>
        </p:nvSpPr>
        <p:spPr>
          <a:xfrm>
            <a:off x="7070259" y="4750703"/>
            <a:ext cx="20665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b="1" dirty="0">
                <a:solidFill>
                  <a:srgbClr val="45818E"/>
                </a:solidFill>
              </a:rPr>
              <a:t>© Команда ГОСТа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DB7763-EC35-6789-EA49-2876DA93B597}"/>
              </a:ext>
            </a:extLst>
          </p:cNvPr>
          <p:cNvSpPr txBox="1"/>
          <p:nvPr/>
        </p:nvSpPr>
        <p:spPr>
          <a:xfrm>
            <a:off x="1513557" y="3707060"/>
            <a:ext cx="611878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rgbClr val="45818E"/>
                </a:solidFill>
              </a:rPr>
              <a:t>https://cafe-neuro.ru</a:t>
            </a:r>
          </a:p>
        </p:txBody>
      </p:sp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AI Essentials Workshop by Slidesgo">
  <a:themeElements>
    <a:clrScheme name="Simple Light">
      <a:dk1>
        <a:srgbClr val="0C343D"/>
      </a:dk1>
      <a:lt1>
        <a:srgbClr val="F3F7F8"/>
      </a:lt1>
      <a:dk2>
        <a:srgbClr val="134F5C"/>
      </a:dk2>
      <a:lt2>
        <a:srgbClr val="45818E"/>
      </a:lt2>
      <a:accent1>
        <a:srgbClr val="76A5AF"/>
      </a:accent1>
      <a:accent2>
        <a:srgbClr val="D9EAD3"/>
      </a:accent2>
      <a:accent3>
        <a:srgbClr val="88ADA5"/>
      </a:accent3>
      <a:accent4>
        <a:srgbClr val="F3F3F3"/>
      </a:accent4>
      <a:accent5>
        <a:srgbClr val="FFFFFF"/>
      </a:accent5>
      <a:accent6>
        <a:srgbClr val="FFFFFF"/>
      </a:accent6>
      <a:hlink>
        <a:srgbClr val="0C343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5158</TotalTime>
  <Words>194</Words>
  <Application>Microsoft Office PowerPoint</Application>
  <PresentationFormat>Экран (16:9)</PresentationFormat>
  <Paragraphs>58</Paragraphs>
  <Slides>19</Slides>
  <Notes>17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8" baseType="lpstr">
      <vt:lpstr>XO Thames</vt:lpstr>
      <vt:lpstr>Ascon Complex</vt:lpstr>
      <vt:lpstr>Sora</vt:lpstr>
      <vt:lpstr>SimSun-ExtG</vt:lpstr>
      <vt:lpstr>Arial</vt:lpstr>
      <vt:lpstr>Lato Light</vt:lpstr>
      <vt:lpstr>Lucida Fax</vt:lpstr>
      <vt:lpstr>Lato</vt:lpstr>
      <vt:lpstr>AI Essentials Workshop by Slidesgo</vt:lpstr>
      <vt:lpstr>NEURO cafe</vt:lpstr>
      <vt:lpstr>Существующие проблемы</vt:lpstr>
      <vt:lpstr>Аналоги разработки</vt:lpstr>
      <vt:lpstr>Преимущества</vt:lpstr>
      <vt:lpstr>Функциональность приложения</vt:lpstr>
      <vt:lpstr>Перейдем к демонстрации</vt:lpstr>
      <vt:lpstr>Интерфейс</vt:lpstr>
      <vt:lpstr>Архитектура нейросети</vt:lpstr>
      <vt:lpstr>Примеры  запросов</vt:lpstr>
      <vt:lpstr>Примеры запросов</vt:lpstr>
      <vt:lpstr>Бэкенд</vt:lpstr>
      <vt:lpstr>Презентация PowerPoint</vt:lpstr>
      <vt:lpstr>Презентация PowerPoint</vt:lpstr>
      <vt:lpstr>Панель администратора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Asus</dc:creator>
  <cp:lastModifiedBy>Дарья Душейко</cp:lastModifiedBy>
  <cp:revision>17</cp:revision>
  <dcterms:modified xsi:type="dcterms:W3CDTF">2025-03-29T13:21:55Z</dcterms:modified>
</cp:coreProperties>
</file>